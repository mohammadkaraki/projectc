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ما يعادل ثاني أكسيد الكربون المشرَّد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تقنيات نظيفة تقدم للشركات والأسر حلول طاقة نظيفة وموثوقة قابلة للتوسيع والتعديل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CO2 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من مدرسة بوليتكنيك لوزان الاتحادية تحول انتقائيًا السليلوز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
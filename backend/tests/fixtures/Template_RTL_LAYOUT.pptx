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جيجاواط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ما يعادل ثاني أكسيد الكربون المنبعث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المعادل البديل للديزل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تكنولوجيا نظيفة تقدم للشركات والأسر حلول طاقة نظيفة وموثوقة قابلة للتوسيع في إفريقيا.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"تجنب ثاني أكسيد الكربون"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فرع من مدرسة بوليتكنيك لوزان الفدرالية يحول السليلوز واللينين بانتقاء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أراضي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الجمال، العناية الشخصية، العناية بالمنزل،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
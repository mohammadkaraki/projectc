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أكثر من 4.5 غيغاواط 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الطاقة الخضراء المولدة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"ثاني أكسيد الكربون المشرَّد المعادل"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تجنب ما يعادل الديزل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تكنولوجيا نظيفة تقدم للشركات والأسر حلول طاقة نظيفة وموثوقة قابلة للتوسيع والتجميع في أفريقيا"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تقليل انبعاث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"3 مليون"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"تجنب ثاني أكسيد الكربون"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فرعية تنشأ من مدرسة بوليتكنيك لوزان الفدرالية تحول السليلوز واللينين انتقائيًا إلى منتجات كيميائية ذات قيمة مضافة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استخدام أرض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"100%"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منصة تصنيع حيوي مملوكة تنتج دهون عالية القيمة لصناعات الجمال والعناية الشخصية والعناية بالمنزل والغذاء.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استثمارية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rtlCol="0" wrap="square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anchor="ctr" wrap="square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تم تقييم عدة شركات استنادًا إلى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
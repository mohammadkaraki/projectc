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الطاقة الخضراء المولدة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"ثاني أكسيد الكربون المشرد المعادل"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7,163 MT+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Displaced CO</a:t>
              </a:r>
              <a:r>
                <a:rPr lang="en-GB" sz="1200" b="1" kern="0" baseline="-2500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2e</a:t>
              </a: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 equivalent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Avoided diesel equivalent (Litres)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شركة تقنيات نظيفة تقدم للشركات والأسر حلول طاقة نظيفة وموثوقة قابلة للتوسيع والتركيب النمطي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emission reduction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avoided 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تقليل انبعاثات ثاني أكسيد الكربون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٣ مليون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"تجنب انبعاث ثاني أكسيد الكربون"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فرع من مدرسة بوليتكنيك لوزان الفدرالية يحول السليلوز واللينين انتقائيًا إلى منتجات كيميائية تضاف قيمة في الولايات المتحدة.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More efficient land use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Traceable and reliable supply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المتطلبات: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12 Mn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7 Mn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22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١٢ مليون دولار أمريكي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
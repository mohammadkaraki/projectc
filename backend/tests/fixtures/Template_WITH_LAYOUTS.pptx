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ما يعادل انبعاث ثاني أكسيد الكربون المشرَّد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تقنيات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CO2 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فرع تابع للمدرسة الفدرالية للبوليتكنيك في لوزان يحول السليلوز والليغنين انتقائيًا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٢٥٠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أراضي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ممتلكة تنتج دهون عالية القيمة لصناعات الجمال، العناية الشخصية، العناية بالمنزل،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والمالية.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
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أكثر من 4.5 غيغاواط-ساعة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الطاقة الخضراء المولدة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"ثاني أكسيد الكربون المشرّد المعادل"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1.6 مليون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تجنب ما يعادل الديزل (لتر)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شركة تكنولوجيا نظيفة تقدم للشركات والأسر حلول طاقة نظيفة وموثوقة قابلة للتوسع في أفريقيا"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"80%"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تقليل انبعاث ثاني أكسيد الكربون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"3 مليون"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الثاني أكسيد الكربون المُتجنب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فرع من المدرسة الفدرالية للبوليتكنيك في لوزان يحول السليلوز واللينين انتقائياً إلى منتجات كيميائية تضاف إليها قيمة في الولايات المتحدة.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 rtl="1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Calibri"/>
              </a:rPr>
              <a:t>المتطلبات: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استخدام أرض أكثر كفاءة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"100%"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إمداد قابل للتتبع وموثوق به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Calibri"/>
              </a:rPr>
              <a:t>منصة تصنيع حيوي مملوكة تنتج دهون عالية القيمة لصناعات الجمال والعناية الشخصية والعناية بالمنزل والغذاء"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"22"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33.5 مليون دولار أمريكي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"8"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الاستثمار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نظرة عامة على الفرصة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تم تقييم عدة شركات استنادًا إلى إنجازاتها التكنولوجية والمالية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Calibri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Calibri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Calibri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Calibri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Calibri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Calibri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
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أكثر من 4.5 غيغاواط-ساعة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الطاقة الخضراء المولَّدة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ما يعادل انبعاثات ثاني أكسيد الكربون المشرَّدة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شركة تكنولوجيا نظيفة تقدم للشركات والأسر حلول طاقة نظيفة وموثوقة قابلة للتوسيع والتركيب النمطي في أفريقيا.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 مليون"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الثاني أكسيد الكربون المُتجنب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شركة ناشئة تنبثق من المدرسة الفدرالية للبوليتكنيك في لوزان تحول انتقائياً السليلوز واللينين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"٪100"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الإمداد القابل للتتبع والموثوق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منصة تصنيع حيوي مملوكة تنتج دهون عالية القيمة لصناعات الجمال والعناية الشخصية والعناية بالمنزل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استثمارية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بناءً على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Arial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
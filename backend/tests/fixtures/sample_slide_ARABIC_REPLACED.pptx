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latin typeface="Calibri"/>
              </a:defRPr>
            </a:pPr>
          </a:p>
          <a:p>
            <a:pPr algn="r"/>
            <a:r>
              <a:t>استراتيجية توسيع السوق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003366"/>
                </a:solidFill>
                <a:latin typeface="Calibri"/>
              </a:defRPr>
            </a:pPr>
          </a:p>
          <a:p>
            <a:pPr algn="r"/>
            <a:r>
              <a:t>النص: "النتائج الرئيسية من تحليل منطقة الشرق الأوسط وشمال أفريقيا"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latin typeface="Calibri"/>
              </a:defRPr>
            </a:pPr>
          </a:p>
          <a:p>
            <a:pPr algn="r"/>
            <a:r>
              <a:t>نمو الإيرادات المتوقع بنسبة 15% سنوياً حتى عام 2027</a:t>
            </a:r>
          </a:p>
          <a:p>
            <a:pPr algn="r"/>
            <a:r>
              <a:t>فرص توسيع حصة السوق في الإمارات العربية المتحدة والمملكة العربية السعودية</a:t>
            </a:r>
          </a:p>
          <a:p>
            <a:pPr lvl="1" algn="r"/>
            <a:r>
              <a:t>مبادرات التحول الرقمي تدفع عملية التبني</a:t>
            </a:r>
          </a:p>
          <a:p>
            <a:pPr algn="r"/>
            <a:r>
              <a:t>تحليل المنافسة يكشف عن مزايا التموضع الاستراتيجي</a:t>
            </a:r>
          </a:p>
          <a:p>
            <a:pPr algn="r"/>
            <a:r>
              <a:t>الاستثمار الموصى به: 2.5 مليون دولار لمرحلة دخول السوق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
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الطاقة الخضراء المولَّدة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ما يعادل ثاني أكسيد الكربون المشرد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شركة تكنولوجيا نظيفة تقدم للشركات والأسر حلول طاقة نظيفة وموثوقة قابلة للتوسيع والتجميع في أفريقيا"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Green energy generated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المتطلبات: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1.6 million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"80%"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تقليل انبعاثات ثاني أكسيد الكربون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3 مليون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CO2 تجنب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شركة ناتجة عن الانفصال عن مدرسة بوليتيكنيك لوزان الفدرالية تحوّل السليلوز والليغنين انتقائيًا إلى منتجات كيميائية ذات قيمة مضافة في الولايات المتحدة.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المتطلبات: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استخدام أرض أكثر كفاءة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"٪100"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إمداد قابل للتتبع وموثوق به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250x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جولات استثمارية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7 مليون دولار أمريكي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نظرة عامة على الفرصة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تم تقييم عدة شركات استنادًا إلى إنجازاتها التكنولوجية والمالية.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33.5 Mn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Opportunity Overview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Several companies were assessed on both their technological and financial achievements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Arial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
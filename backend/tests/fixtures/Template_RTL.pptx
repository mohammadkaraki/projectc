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5C84DA-25FE-4D15-910F-66CFC31D39B0}" v="72" dt="2025-12-13T10:50:01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as Hamdan" userId="243e76c4-3fe9-46e3-8a48-e70711ca4d6d" providerId="ADAL" clId="{B9497A91-D2A0-4E97-ADBA-8D9E72F1BFDB}"/>
    <pc:docChg chg="undo custSel addSld modSld modMainMaster">
      <pc:chgData name="Feras Hamdan" userId="243e76c4-3fe9-46e3-8a48-e70711ca4d6d" providerId="ADAL" clId="{B9497A91-D2A0-4E97-ADBA-8D9E72F1BFDB}" dt="2025-12-13T10:50:25.451" v="184" actId="20577"/>
      <pc:docMkLst>
        <pc:docMk/>
      </pc:docMkLst>
      <pc:sldChg chg="addSp delSp modSp new mod">
        <pc:chgData name="Feras Hamdan" userId="243e76c4-3fe9-46e3-8a48-e70711ca4d6d" providerId="ADAL" clId="{B9497A91-D2A0-4E97-ADBA-8D9E72F1BFDB}" dt="2025-12-13T10:50:01.154" v="181"/>
        <pc:sldMkLst>
          <pc:docMk/>
          <pc:sldMk cId="990246020" sldId="256"/>
        </pc:sldMkLst>
        <pc:spChg chg="add del">
          <ac:chgData name="Feras Hamdan" userId="243e76c4-3fe9-46e3-8a48-e70711ca4d6d" providerId="ADAL" clId="{B9497A91-D2A0-4E97-ADBA-8D9E72F1BFDB}" dt="2025-12-13T10:48:00.053" v="47" actId="478"/>
          <ac:spMkLst>
            <pc:docMk/>
            <pc:sldMk cId="990246020" sldId="256"/>
            <ac:spMk id="2" creationId="{5732557F-D3A5-1E85-50C8-B8DCC1B43E32}"/>
          </ac:spMkLst>
        </pc:spChg>
        <pc:spChg chg="add del">
          <ac:chgData name="Feras Hamdan" userId="243e76c4-3fe9-46e3-8a48-e70711ca4d6d" providerId="ADAL" clId="{B9497A91-D2A0-4E97-ADBA-8D9E72F1BFDB}" dt="2025-12-13T10:48:03.473" v="76" actId="478"/>
          <ac:spMkLst>
            <pc:docMk/>
            <pc:sldMk cId="990246020" sldId="256"/>
            <ac:spMk id="3" creationId="{E91AB761-1526-B8B4-3AAC-05493EEAC9A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" creationId="{80B8032E-BD7D-7BE0-5EA1-7FC409C78CA9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3" creationId="{A741678A-4C1A-95C3-60E5-27A7FD88E405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4" creationId="{EA00F683-AE2A-58BF-7CFD-7818A1A32497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8" creationId="{10DFB6BF-D393-FD89-2833-BD186995BDCF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0" creationId="{08275F40-E79C-78FA-E52D-88A66C3FEAA4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9" creationId="{805D527B-D0FB-EA3B-95C6-025AD94425F6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33" creationId="{AC28D400-56F5-CA86-0F41-B01EFBD6005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1" creationId="{8E626CB3-0673-6FFA-836D-EAD0570EC596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8" creationId="{D586AFF6-CB33-1336-B87E-A53A10EDDB8D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56" creationId="{6B5092E8-4E34-803D-3333-59CCBCC4C414}"/>
          </ac:spMkLst>
        </pc:spChg>
        <pc:spChg chg="add del">
          <ac:chgData name="Feras Hamdan" userId="243e76c4-3fe9-46e3-8a48-e70711ca4d6d" providerId="ADAL" clId="{B9497A91-D2A0-4E97-ADBA-8D9E72F1BFDB}" dt="2025-12-13T10:49:39.446" v="175" actId="21"/>
          <ac:spMkLst>
            <pc:docMk/>
            <pc:sldMk cId="990246020" sldId="256"/>
            <ac:spMk id="67" creationId="{487154DC-147A-9487-7433-5A53DFEDBD03}"/>
          </ac:spMkLst>
        </pc:spChg>
        <pc:spChg chg="del">
          <ac:chgData name="Feras Hamdan" userId="243e76c4-3fe9-46e3-8a48-e70711ca4d6d" providerId="ADAL" clId="{B9497A91-D2A0-4E97-ADBA-8D9E72F1BFDB}" dt="2025-12-13T10:49:43.220" v="176" actId="478"/>
          <ac:spMkLst>
            <pc:docMk/>
            <pc:sldMk cId="990246020" sldId="256"/>
            <ac:spMk id="68" creationId="{B919CADD-159D-C91A-8235-05FA9FE7D272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2" creationId="{002DB155-90BD-4D61-0664-00D0E0C6864A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8" creationId="{03F38465-37F5-8B4C-0135-D0E90A1E8A2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9" creationId="{78898E15-808F-015A-8AF7-8D7B020CE989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1" creationId="{C4794D90-9396-8A98-37F7-7D1AC7418B5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6" creationId="{C91843AF-22A7-62F2-A5A0-FA1677A00373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1" creationId="{45B4F34F-6774-6565-BD8C-671B71D90FA4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2" creationId="{BBF6E7B4-B469-C2A6-AFE7-02A2B989AB38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3" creationId="{2B2953E4-814B-FDB6-9B7E-1E2BB3B1EF3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4" creationId="{7D484638-905B-83D4-BC35-0B3D6BEE191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18" creationId="{BF5CA6EA-52A3-6F18-643A-B46E727AF7F0}"/>
          </ac:spMkLst>
        </pc:spChg>
        <pc:spChg chg="add mod">
          <ac:chgData name="Feras Hamdan" userId="243e76c4-3fe9-46e3-8a48-e70711ca4d6d" providerId="ADAL" clId="{B9497A91-D2A0-4E97-ADBA-8D9E72F1BFDB}" dt="2025-12-13T10:49:51.380" v="178"/>
          <ac:spMkLst>
            <pc:docMk/>
            <pc:sldMk cId="990246020" sldId="256"/>
            <ac:spMk id="130" creationId="{487154DC-147A-9487-7433-5A53DFEDBD03}"/>
          </ac:spMkLst>
        </pc:spChg>
        <pc:spChg chg="add mod">
          <ac:chgData name="Feras Hamdan" userId="243e76c4-3fe9-46e3-8a48-e70711ca4d6d" providerId="ADAL" clId="{B9497A91-D2A0-4E97-ADBA-8D9E72F1BFDB}" dt="2025-12-13T10:50:01.124" v="180"/>
          <ac:spMkLst>
            <pc:docMk/>
            <pc:sldMk cId="990246020" sldId="256"/>
            <ac:spMk id="131" creationId="{C9D8ABE8-0849-5AE6-F3AA-39A843C36E1E}"/>
          </ac:spMkLst>
        </pc:spChg>
        <pc:spChg chg="add mod">
          <ac:chgData name="Feras Hamdan" userId="243e76c4-3fe9-46e3-8a48-e70711ca4d6d" providerId="ADAL" clId="{B9497A91-D2A0-4E97-ADBA-8D9E72F1BFDB}" dt="2025-12-13T10:50:01.154" v="181"/>
          <ac:spMkLst>
            <pc:docMk/>
            <pc:sldMk cId="990246020" sldId="256"/>
            <ac:spMk id="132" creationId="{888BABC2-0B94-552D-16BC-D60F476DAF1A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45" v="44" actId="14100"/>
          <ac:graphicFrameMkLst>
            <pc:docMk/>
            <pc:sldMk cId="990246020" sldId="256"/>
            <ac:graphicFrameMk id="66" creationId="{A8CAB141-AF33-00E6-C7C0-9712D7EF8B2E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648" v="61"/>
          <ac:graphicFrameMkLst>
            <pc:docMk/>
            <pc:sldMk cId="990246020" sldId="256"/>
            <ac:graphicFrameMk id="129" creationId="{FEFD91CF-66A0-2F86-3FB4-C297FB0C52BA}"/>
          </ac:graphicFrameMkLst>
        </pc:graphicFrameChg>
      </pc:sldChg>
      <pc:sldChg chg="addSp delSp modSp add mod">
        <pc:chgData name="Feras Hamdan" userId="243e76c4-3fe9-46e3-8a48-e70711ca4d6d" providerId="ADAL" clId="{B9497A91-D2A0-4E97-ADBA-8D9E72F1BFDB}" dt="2025-12-13T10:50:25.451" v="184" actId="20577"/>
        <pc:sldMkLst>
          <pc:docMk/>
          <pc:sldMk cId="1586419617" sldId="257"/>
        </pc:sldMkLst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3" creationId="{55A350A4-8020-15B1-458D-C8F5C94D6C1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8" creationId="{CD75CE3C-A50D-3605-5064-4BD460F3E286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1" creationId="{6D1100D4-9216-40EF-14C4-7FC291E2836D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3" creationId="{45C47277-4B78-0481-7707-C83000A1AB8B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5" creationId="{D5C7BD08-0C8D-0DF8-843B-88E20034215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1" creationId="{F4EA79A0-C6A9-3D87-B9AA-837FA971788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2" creationId="{6221BF19-ABA2-AE18-251F-3E35F5EE1581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4" creationId="{56C7DFEF-566E-F7DD-CD0D-448D5F97837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5" creationId="{DEEFEE47-2F25-3485-AC9E-29809062D130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6" creationId="{0B93A8E9-89D4-83FA-3350-AF5B9135EFF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0" creationId="{A91AD45C-8C83-0F68-08C8-EA93B03C8FE4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2" creationId="{580F6D5B-A1A8-B035-74A2-32C97FD98C89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4" creationId="{4B8352DF-84E4-885D-9606-0B447DC41212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5" creationId="{CE6BAD9F-FF6A-F287-668C-1378FAD7338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8" creationId="{DAD690B6-5EB8-7363-67C1-8AC9A33257F1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0" creationId="{A27655A4-246B-D6EE-8CB8-CF81227B0AD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3" creationId="{75973FCA-D4B0-0536-770C-59D83E83A95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4" creationId="{4FD3DE5A-459B-4E73-72D9-0D9D33515DE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7" creationId="{123A48D9-19B4-0DC0-52E5-F939BC15D03A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51" creationId="{CDB87C3F-EC94-C00F-2843-0664D678067E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2" creationId="{450D4FA2-EFEF-28E8-F45F-CAE7403EFED9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3" creationId="{F8EC3C17-A5FB-6C9F-D072-2B8948350FF5}"/>
          </ac:spMkLst>
        </pc:spChg>
        <pc:spChg chg="add mod">
          <ac:chgData name="Feras Hamdan" userId="243e76c4-3fe9-46e3-8a48-e70711ca4d6d" providerId="ADAL" clId="{B9497A91-D2A0-4E97-ADBA-8D9E72F1BFDB}" dt="2025-12-13T10:50:25.451" v="184" actId="20577"/>
          <ac:spMkLst>
            <pc:docMk/>
            <pc:sldMk cId="1586419617" sldId="257"/>
            <ac:spMk id="54" creationId="{AB572D27-21AD-603B-961F-33A171D7FBEB}"/>
          </ac:spMkLst>
        </pc:spChg>
        <pc:spChg chg="add mod">
          <ac:chgData name="Feras Hamdan" userId="243e76c4-3fe9-46e3-8a48-e70711ca4d6d" providerId="ADAL" clId="{B9497A91-D2A0-4E97-ADBA-8D9E72F1BFDB}" dt="2025-12-13T10:48:27.706" v="84"/>
          <ac:spMkLst>
            <pc:docMk/>
            <pc:sldMk cId="1586419617" sldId="257"/>
            <ac:spMk id="55" creationId="{5820B6ED-7A46-D673-BB4B-E29F1B296D57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7" creationId="{F40EC331-58F3-D0CD-4EBC-981BE378CFA0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8" creationId="{EC1BB176-DDB5-E9B7-AB0A-7CC1958AD822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73" creationId="{23B69B42-99FB-6138-D955-FFB34062DEC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2" creationId="{9EF3D6FF-BA62-7761-393A-1C8E6B6AC5B9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3" creationId="{531FC412-A27D-E25D-B866-940DB6F0B761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4" creationId="{A8872FE1-ECCC-CAF4-E42D-3793CD16BE40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5" creationId="{8E889469-2771-03A0-2952-0ABBA076A77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3" creationId="{CB4FA818-2335-CE00-123C-546335AA526F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4" creationId="{76CB82B6-4B9A-EFCC-49E2-31CA6978399D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5" creationId="{C5C2D91B-1378-A139-093A-B356A1D61AF3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4" creationId="{0DAC19B3-1F52-9616-BD44-6AF920A33C97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5" creationId="{193580EB-CA5B-D548-A5A2-D9E971D50052}"/>
          </ac:spMkLst>
        </pc:spChg>
      </pc:sldChg>
      <pc:sldMasterChg chg="addSp modSp mod addSldLayout modSldLayout">
        <pc:chgData name="Feras Hamdan" userId="243e76c4-3fe9-46e3-8a48-e70711ca4d6d" providerId="ADAL" clId="{B9497A91-D2A0-4E97-ADBA-8D9E72F1BFDB}" dt="2025-12-13T10:50:09.465" v="182" actId="478"/>
        <pc:sldMasterMkLst>
          <pc:docMk/>
          <pc:sldMasterMk cId="286231402" sldId="2147483648"/>
        </pc:sldMasterMkLst>
        <pc:spChg chg="add mod">
          <ac:chgData name="Feras Hamdan" userId="243e76c4-3fe9-46e3-8a48-e70711ca4d6d" providerId="ADAL" clId="{B9497A91-D2A0-4E97-ADBA-8D9E72F1BFDB}" dt="2025-12-13T10:47:27.888" v="0"/>
          <ac:spMkLst>
            <pc:docMk/>
            <pc:sldMasterMk cId="286231402" sldId="2147483648"/>
            <ac:spMk id="3" creationId="{7DA6E718-2A87-9EE1-46D0-5EEBB8778379}"/>
          </ac:spMkLst>
        </pc:spChg>
        <pc:spChg chg="add mod">
          <ac:chgData name="Feras Hamdan" userId="243e76c4-3fe9-46e3-8a48-e70711ca4d6d" providerId="ADAL" clId="{B9497A91-D2A0-4E97-ADBA-8D9E72F1BFDB}" dt="2025-12-13T10:47:34.823" v="1"/>
          <ac:spMkLst>
            <pc:docMk/>
            <pc:sldMasterMk cId="286231402" sldId="2147483648"/>
            <ac:spMk id="6" creationId="{81121269-643D-1207-3DB2-FE6203D5E870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24" v="38" actId="14100"/>
          <ac:graphicFrameMkLst>
            <pc:docMk/>
            <pc:sldMasterMk cId="286231402" sldId="2147483648"/>
            <ac:graphicFrameMk id="8" creationId="{9B57A8DA-ADAC-252E-E900-0497781842A9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701" v="75"/>
          <ac:graphicFrameMkLst>
            <pc:docMk/>
            <pc:sldMasterMk cId="286231402" sldId="2147483648"/>
            <ac:graphicFrameMk id="9" creationId="{8F0E0350-CD3D-B849-F4C0-D030FEFB1860}"/>
          </ac:graphicFrameMkLst>
        </pc:graphicFrameChg>
        <pc:picChg chg="add mod">
          <ac:chgData name="Feras Hamdan" userId="243e76c4-3fe9-46e3-8a48-e70711ca4d6d" providerId="ADAL" clId="{B9497A91-D2A0-4E97-ADBA-8D9E72F1BFDB}" dt="2025-12-13T10:47:27.888" v="0"/>
          <ac:picMkLst>
            <pc:docMk/>
            <pc:sldMasterMk cId="286231402" sldId="2147483648"/>
            <ac:picMk id="4" creationId="{1FE48977-C3B0-347D-C1B2-4C404E393B6F}"/>
          </ac:picMkLst>
        </pc:picChg>
        <pc:picChg chg="add mod">
          <ac:chgData name="Feras Hamdan" userId="243e76c4-3fe9-46e3-8a48-e70711ca4d6d" providerId="ADAL" clId="{B9497A91-D2A0-4E97-ADBA-8D9E72F1BFDB}" dt="2025-12-13T10:47:34.823" v="1"/>
          <ac:picMkLst>
            <pc:docMk/>
            <pc:sldMasterMk cId="286231402" sldId="2147483648"/>
            <ac:picMk id="7" creationId="{85171F70-23D5-EE29-31D4-8253A5518DA5}"/>
          </ac:picMkLst>
        </pc:picChg>
        <pc:cxnChg chg="add mod">
          <ac:chgData name="Feras Hamdan" userId="243e76c4-3fe9-46e3-8a48-e70711ca4d6d" providerId="ADAL" clId="{B9497A91-D2A0-4E97-ADBA-8D9E72F1BFDB}" dt="2025-12-13T10:47:27.888" v="0"/>
          <ac:cxnSpMkLst>
            <pc:docMk/>
            <pc:sldMasterMk cId="286231402" sldId="2147483648"/>
            <ac:cxnSpMk id="2" creationId="{1AADB878-1EE6-6252-E434-FC9804519E99}"/>
          </ac:cxnSpMkLst>
        </pc:cxnChg>
        <pc:cxnChg chg="add mod">
          <ac:chgData name="Feras Hamdan" userId="243e76c4-3fe9-46e3-8a48-e70711ca4d6d" providerId="ADAL" clId="{B9497A91-D2A0-4E97-ADBA-8D9E72F1BFDB}" dt="2025-12-13T10:47:34.823" v="1"/>
          <ac:cxnSpMkLst>
            <pc:docMk/>
            <pc:sldMasterMk cId="286231402" sldId="2147483648"/>
            <ac:cxnSpMk id="5" creationId="{61676755-3C3B-FAB1-4FAA-A282FC252B53}"/>
          </ac:cxnSpMkLst>
        </pc:cxnChg>
        <pc:sldLayoutChg chg="addSp delSp modSp add mod">
          <pc:chgData name="Feras Hamdan" userId="243e76c4-3fe9-46e3-8a48-e70711ca4d6d" providerId="ADAL" clId="{B9497A91-D2A0-4E97-ADBA-8D9E72F1BFDB}" dt="2025-12-13T10:50:09.465" v="182" actId="478"/>
          <pc:sldLayoutMkLst>
            <pc:docMk/>
            <pc:sldMasterMk cId="286231402" sldId="2147483648"/>
            <pc:sldLayoutMk cId="1804409255" sldId="2147483649"/>
          </pc:sldLayoutMkLst>
          <pc:spChg chg="add del">
            <ac:chgData name="Feras Hamdan" userId="243e76c4-3fe9-46e3-8a48-e70711ca4d6d" providerId="ADAL" clId="{B9497A91-D2A0-4E97-ADBA-8D9E72F1BFDB}" dt="2025-12-13T10:49:20.941" v="154" actId="478"/>
            <ac:spMkLst>
              <pc:docMk/>
              <pc:sldMasterMk cId="286231402" sldId="2147483648"/>
              <pc:sldLayoutMk cId="1804409255" sldId="2147483649"/>
              <ac:spMk id="2" creationId="{641D4C6A-E26A-E2FF-7290-B24122DE8B24}"/>
            </ac:spMkLst>
          </pc:spChg>
          <pc:spChg chg="add del mod">
            <ac:chgData name="Feras Hamdan" userId="243e76c4-3fe9-46e3-8a48-e70711ca4d6d" providerId="ADAL" clId="{B9497A91-D2A0-4E97-ADBA-8D9E72F1BFDB}" dt="2025-12-13T10:49:31.362" v="172" actId="14100"/>
            <ac:spMkLst>
              <pc:docMk/>
              <pc:sldMasterMk cId="286231402" sldId="2147483648"/>
              <pc:sldLayoutMk cId="1804409255" sldId="2147483649"/>
              <ac:spMk id="3" creationId="{0EC7C737-46B1-6175-2F5E-11E348065AB3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4" creationId="{2410980C-C302-3822-3304-C1C446ACBA97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5" creationId="{14EB88D0-548C-6450-FAAC-30E7BCB029A0}"/>
            </ac:spMkLst>
          </pc:spChg>
          <pc:spChg chg="mod">
            <ac:chgData name="Feras Hamdan" userId="243e76c4-3fe9-46e3-8a48-e70711ca4d6d" providerId="ADAL" clId="{B9497A91-D2A0-4E97-ADBA-8D9E72F1BFDB}" dt="2025-12-13T10:49:05.681" v="146" actId="948"/>
            <ac:spMkLst>
              <pc:docMk/>
              <pc:sldMasterMk cId="286231402" sldId="2147483648"/>
              <pc:sldLayoutMk cId="1804409255" sldId="2147483649"/>
              <ac:spMk id="6" creationId="{CEB4395C-EF00-88A2-468B-C2D76581E46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7" creationId="{3D798F4F-B8F4-D077-AD24-05E601BC921F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8" creationId="{9465AB0E-6AF6-764C-7998-70CF7435112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9" creationId="{B5C6E3AB-ADB5-8FFA-19C2-7E78E116C9AE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1" creationId="{E94B138E-86B9-BBB2-C9BF-89A2B300683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2" creationId="{10DDC385-020B-A1E5-E1E0-A64FA06E3190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3" creationId="{596F58B1-6ADA-2C82-8AF8-C8AA6CFB3219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4" creationId="{7DB1AD5C-44C3-800A-971A-E3E04AFD229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6" creationId="{8E3D97A8-087A-F65F-48EB-0BBAE98A1E87}"/>
            </ac:spMkLst>
          </pc:spChg>
          <pc:spChg chg="add del mod modVis">
            <ac:chgData name="Feras Hamdan" userId="243e76c4-3fe9-46e3-8a48-e70711ca4d6d" providerId="ADAL" clId="{B9497A91-D2A0-4E97-ADBA-8D9E72F1BFDB}" dt="2025-12-13T10:49:05.680" v="145" actId="962"/>
            <ac:spMkLst>
              <pc:docMk/>
              <pc:sldMasterMk cId="286231402" sldId="2147483648"/>
              <pc:sldLayoutMk cId="1804409255" sldId="2147483649"/>
              <ac:spMk id="17" creationId="{C33740E5-DCEE-C324-A48C-D6008CECB9E3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19" creationId="{D12F0DDE-CA10-64AE-17AE-ED9D90436AD6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0" creationId="{CEFAD82E-57AD-E042-6BE3-686C2DD538AB}"/>
            </ac:spMkLst>
          </pc:spChg>
          <pc:spChg chg="add mod">
            <ac:chgData name="Feras Hamdan" userId="243e76c4-3fe9-46e3-8a48-e70711ca4d6d" providerId="ADAL" clId="{B9497A91-D2A0-4E97-ADBA-8D9E72F1BFDB}" dt="2025-12-13T10:49:12.797" v="149"/>
            <ac:spMkLst>
              <pc:docMk/>
              <pc:sldMasterMk cId="286231402" sldId="2147483648"/>
              <pc:sldLayoutMk cId="1804409255" sldId="2147483649"/>
              <ac:spMk id="21" creationId="{7F7609EC-511F-8932-3660-6624E253AD40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2" creationId="{F8EFF3A8-9DE3-52CE-1E63-EF480D9BEBAE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3" creationId="{67C85DF4-B304-B0AC-E76D-2E412F183978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4" creationId="{51A49F01-6C88-F163-6219-15C5C3BE1D3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5" creationId="{883B4892-9489-742C-1DB9-E8EE7C4B75F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6" creationId="{DE72F64E-8A93-1B42-9227-24933ADA8E8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7" creationId="{B9E90CB8-2EE8-197D-0A12-9565CFB20F5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30" creationId="{99D6E201-CA17-837E-791F-E50D33209CAF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2" creationId="{202111FD-7BC2-8AB2-FF9A-6A908D30E35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3" creationId="{6585A539-8982-295F-4C8A-BA2CF9684591}"/>
            </ac:spMkLst>
          </pc:spChg>
          <pc:spChg chg="add mod">
            <ac:chgData name="Feras Hamdan" userId="243e76c4-3fe9-46e3-8a48-e70711ca4d6d" providerId="ADAL" clId="{B9497A91-D2A0-4E97-ADBA-8D9E72F1BFDB}" dt="2025-12-13T10:49:15.621" v="151"/>
            <ac:spMkLst>
              <pc:docMk/>
              <pc:sldMasterMk cId="286231402" sldId="2147483648"/>
              <pc:sldLayoutMk cId="1804409255" sldId="2147483649"/>
              <ac:spMk id="34" creationId="{3FA4877F-432E-731E-394A-9C959AE0D7FA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6" creationId="{90D760D4-B728-E87A-79E4-B80235D23EC1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7" creationId="{8FF6FC28-9FF1-7DBB-53AC-56CAD38821E2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9" creationId="{DEEE2E8F-804D-9BF9-03D7-17D6DDDB927B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0" creationId="{2CE0ABA1-98A5-18EB-7556-5DF4AC971C9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2" creationId="{33662200-C6CD-D240-3538-724931790F1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3" creationId="{316FAC4D-AD0E-DE2F-21AF-7C492F01DBE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4" creationId="{33173F72-43A4-0C52-0FF0-EA26ECF6E3BC}"/>
            </ac:spMkLst>
          </pc:spChg>
          <pc:spChg chg="add del mod">
            <ac:chgData name="Feras Hamdan" userId="243e76c4-3fe9-46e3-8a48-e70711ca4d6d" providerId="ADAL" clId="{B9497A91-D2A0-4E97-ADBA-8D9E72F1BFDB}" dt="2025-12-13T10:50:09.465" v="182" actId="478"/>
            <ac:spMkLst>
              <pc:docMk/>
              <pc:sldMasterMk cId="286231402" sldId="2147483648"/>
              <pc:sldLayoutMk cId="1804409255" sldId="2147483649"/>
              <ac:spMk id="45" creationId="{02D78F0C-CE4E-6D8D-7F17-898A581D6840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6" creationId="{738AF0BA-8E86-BB58-1742-015C72AA314F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7" creationId="{DAD5C1DE-1D9C-2B6E-6117-74F00AD345BE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48" creationId="{49932C15-FDB3-471A-169C-C6EC6E1C362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0" creationId="{1DF43F06-5793-9D21-4974-9CB58D6EB3B7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1" creationId="{89038228-B6F7-7E44-93A3-A20E793F862B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2" creationId="{F3A38A10-EFD0-58C8-28AA-F700266160C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3" creationId="{05A1370F-34DB-2AFA-E772-06B1C8F409D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4" creationId="{655C50EB-42E5-E969-8341-14C496A4080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7" creationId="{5C5FB453-2CE7-22F6-5782-AF6C71FD7ECD}"/>
            </ac:spMkLst>
          </pc:spChg>
          <pc:graphicFrameChg chg="add mod ord modVis">
            <ac:chgData name="Feras Hamdan" userId="243e76c4-3fe9-46e3-8a48-e70711ca4d6d" providerId="ADAL" clId="{B9497A91-D2A0-4E97-ADBA-8D9E72F1BFDB}" dt="2025-12-13T10:49:05.636" v="128" actId="14100"/>
            <ac:graphicFrameMkLst>
              <pc:docMk/>
              <pc:sldMasterMk cId="286231402" sldId="2147483648"/>
              <pc:sldLayoutMk cId="1804409255" sldId="2147483649"/>
              <ac:graphicFrameMk id="18" creationId="{F1DF821D-5EAE-41E7-A3B1-FEE7EDD50184}"/>
            </ac:graphicFrameMkLst>
          </pc:graphicFrameChg>
          <pc:graphicFrameChg chg="add mod ord modVis">
            <ac:chgData name="Feras Hamdan" userId="243e76c4-3fe9-46e3-8a48-e70711ca4d6d" providerId="ADAL" clId="{B9497A91-D2A0-4E97-ADBA-8D9E72F1BFDB}" dt="2025-12-13T10:49:21.517" v="168"/>
            <ac:graphicFrameMkLst>
              <pc:docMk/>
              <pc:sldMasterMk cId="286231402" sldId="2147483648"/>
              <pc:sldLayoutMk cId="1804409255" sldId="2147483649"/>
              <ac:graphicFrameMk id="58" creationId="{8B4B0094-08B9-CC8C-41A9-265FF39ED693}"/>
            </ac:graphicFrameMkLst>
          </pc:graphicFrameChg>
        </pc:sldLayoutChg>
      </pc:sldMaster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think-cell data - do not delete" hidden="1">
            <a:extLst>
              <a:ext uri="{FF2B5EF4-FFF2-40B4-BE49-F238E27FC236}">
                <a16:creationId xmlns:a16="http://schemas.microsoft.com/office/drawing/2014/main" id="{8B4B0094-08B9-CC8C-41A9-265FF39ED6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47868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5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4B0094-08B9-CC8C-41A9-265FF39ED6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0EC7C737-46B1-6175-2F5E-11E348065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259" y="1417319"/>
            <a:ext cx="11338725" cy="46535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8" name="Rounded Rectangle 12">
            <a:extLst>
              <a:ext uri="{FF2B5EF4-FFF2-40B4-BE49-F238E27FC236}">
                <a16:creationId xmlns:a16="http://schemas.microsoft.com/office/drawing/2014/main" id="{49932C15-FDB3-471A-169C-C6EC6E1C3621}"/>
              </a:ext>
            </a:extLst>
          </p:cNvPr>
          <p:cNvSpPr/>
          <p:nvPr userDrawn="1"/>
        </p:nvSpPr>
        <p:spPr>
          <a:xfrm>
            <a:off x="208739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38649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9" name="Rounded Rectangle 19">
            <a:extLst>
              <a:ext uri="{FF2B5EF4-FFF2-40B4-BE49-F238E27FC236}">
                <a16:creationId xmlns:a16="http://schemas.microsoft.com/office/drawing/2014/main" id="{0FA66F47-21C5-BAE1-6703-3A6F1150AE90}"/>
              </a:ext>
            </a:extLst>
          </p:cNvPr>
          <p:cNvSpPr/>
          <p:nvPr userDrawn="1"/>
        </p:nvSpPr>
        <p:spPr>
          <a:xfrm>
            <a:off x="5041187" y="6564427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0" name="Rounded Rectangle 21">
            <a:extLst>
              <a:ext uri="{FF2B5EF4-FFF2-40B4-BE49-F238E27FC236}">
                <a16:creationId xmlns:a16="http://schemas.microsoft.com/office/drawing/2014/main" id="{1DF43F06-5793-9D21-4974-9CB58D6EB3B7}"/>
              </a:ext>
            </a:extLst>
          </p:cNvPr>
          <p:cNvSpPr/>
          <p:nvPr userDrawn="1"/>
        </p:nvSpPr>
        <p:spPr>
          <a:xfrm>
            <a:off x="7457411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Rounded Rectangle 22">
            <a:extLst>
              <a:ext uri="{FF2B5EF4-FFF2-40B4-BE49-F238E27FC236}">
                <a16:creationId xmlns:a16="http://schemas.microsoft.com/office/drawing/2014/main" id="{89038228-B6F7-7E44-93A3-A20E793F862B}"/>
              </a:ext>
            </a:extLst>
          </p:cNvPr>
          <p:cNvSpPr/>
          <p:nvPr userDrawn="1"/>
        </p:nvSpPr>
        <p:spPr>
          <a:xfrm>
            <a:off x="9873636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A38A10-EFD0-58C8-28AA-F700266160C1}"/>
              </a:ext>
            </a:extLst>
          </p:cNvPr>
          <p:cNvSpPr txBox="1"/>
          <p:nvPr userDrawn="1"/>
        </p:nvSpPr>
        <p:spPr>
          <a:xfrm>
            <a:off x="772025" y="6572886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 dirty="0">
                <a:solidFill>
                  <a:srgbClr val="386490"/>
                </a:solidFill>
                <a:latin typeface="Arial" panose="020B0604020202020204"/>
              </a:rPr>
              <a:t>Overview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A1370F-34DB-2AFA-E772-06B1C8F409D8}"/>
              </a:ext>
            </a:extLst>
          </p:cNvPr>
          <p:cNvSpPr txBox="1"/>
          <p:nvPr userDrawn="1"/>
        </p:nvSpPr>
        <p:spPr>
          <a:xfrm>
            <a:off x="5227814" y="6572886"/>
            <a:ext cx="1736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Recommendation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5C50EB-42E5-E969-8341-14C496A40808}"/>
              </a:ext>
            </a:extLst>
          </p:cNvPr>
          <p:cNvSpPr txBox="1"/>
          <p:nvPr userDrawn="1"/>
        </p:nvSpPr>
        <p:spPr>
          <a:xfrm>
            <a:off x="8130504" y="6572886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Impact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8F61A04-9160-3077-EBD9-07C914ECB196}"/>
              </a:ext>
            </a:extLst>
          </p:cNvPr>
          <p:cNvSpPr txBox="1"/>
          <p:nvPr userDrawn="1"/>
        </p:nvSpPr>
        <p:spPr>
          <a:xfrm>
            <a:off x="10596421" y="6572886"/>
            <a:ext cx="6623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Risks</a:t>
            </a:r>
          </a:p>
        </p:txBody>
      </p:sp>
      <p:sp>
        <p:nvSpPr>
          <p:cNvPr id="56" name="Rounded Rectangle 28">
            <a:extLst>
              <a:ext uri="{FF2B5EF4-FFF2-40B4-BE49-F238E27FC236}">
                <a16:creationId xmlns:a16="http://schemas.microsoft.com/office/drawing/2014/main" id="{15F86D44-A23B-2C7C-5C78-EDF9CB2929D0}"/>
              </a:ext>
            </a:extLst>
          </p:cNvPr>
          <p:cNvSpPr/>
          <p:nvPr userDrawn="1"/>
        </p:nvSpPr>
        <p:spPr>
          <a:xfrm>
            <a:off x="2624963" y="6564428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5FB453-2CE7-22F6-5782-AF6C71FD7ECD}"/>
              </a:ext>
            </a:extLst>
          </p:cNvPr>
          <p:cNvSpPr txBox="1"/>
          <p:nvPr userDrawn="1"/>
        </p:nvSpPr>
        <p:spPr>
          <a:xfrm>
            <a:off x="3218706" y="6572886"/>
            <a:ext cx="920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8044092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Relationship Id="rId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8F0E0350-CD3D-B849-F4C0-D030FEFB18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78308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F0E0350-CD3D-B849-F4C0-D030FEFB18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676755-3C3B-FAB1-4FAA-A282FC252B53}"/>
              </a:ext>
            </a:extLst>
          </p:cNvPr>
          <p:cNvCxnSpPr>
            <a:cxnSpLocks/>
          </p:cNvCxnSpPr>
          <p:nvPr userDrawn="1"/>
        </p:nvCxnSpPr>
        <p:spPr>
          <a:xfrm>
            <a:off x="218090" y="896833"/>
            <a:ext cx="11963400" cy="0"/>
          </a:xfrm>
          <a:prstGeom prst="line">
            <a:avLst/>
          </a:prstGeom>
          <a:noFill/>
          <a:ln w="6350" cap="flat" cmpd="sng" algn="ctr">
            <a:solidFill>
              <a:srgbClr val="969CAB"/>
            </a:solidFill>
            <a:prstDash val="solid"/>
          </a:ln>
          <a:effectLst/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81121269-643D-1207-3DB2-FE6203D5E870}"/>
              </a:ext>
            </a:extLst>
          </p:cNvPr>
          <p:cNvSpPr/>
          <p:nvPr userDrawn="1"/>
        </p:nvSpPr>
        <p:spPr>
          <a:xfrm>
            <a:off x="-10510" y="0"/>
            <a:ext cx="457200" cy="908051"/>
          </a:xfrm>
          <a:prstGeom prst="rect">
            <a:avLst/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386490">
                  <a:lumMod val="60000"/>
                  <a:lumOff val="40000"/>
                </a:srgbClr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pic>
        <p:nvPicPr>
          <p:cNvPr id="7" name="Picture 6">
            <a:hlinkClick r:id="" action="ppaction://noaction"/>
            <a:extLst>
              <a:ext uri="{FF2B5EF4-FFF2-40B4-BE49-F238E27FC236}">
                <a16:creationId xmlns:a16="http://schemas.microsoft.com/office/drawing/2014/main" id="{85171F70-23D5-EE29-31D4-8253A5518DA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841699" y="163511"/>
            <a:ext cx="2002971" cy="54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tags" Target="../tags/tag5.xml"/><Relationship Id="rId4" Type="http://schemas.openxmlformats.org/officeDocument/2006/relationships/tags" Target="../tags/tag6.xml"/><Relationship Id="rId5" Type="http://schemas.openxmlformats.org/officeDocument/2006/relationships/tags" Target="../tags/tag7.xml"/><Relationship Id="rId6" Type="http://schemas.openxmlformats.org/officeDocument/2006/relationships/tags" Target="../tags/tag8.xml"/><Relationship Id="rId7" Type="http://schemas.openxmlformats.org/officeDocument/2006/relationships/tags" Target="../tags/tag9.xml"/><Relationship Id="rId8" Type="http://schemas.openxmlformats.org/officeDocument/2006/relationships/tags" Target="../tags/tag10.xml"/><Relationship Id="rId9" Type="http://schemas.openxmlformats.org/officeDocument/2006/relationships/tags" Target="../tags/tag11.xml"/><Relationship Id="rId10" Type="http://schemas.openxmlformats.org/officeDocument/2006/relationships/tags" Target="../tags/tag12.xml"/><Relationship Id="rId11" Type="http://schemas.openxmlformats.org/officeDocument/2006/relationships/tags" Target="../tags/tag13.xml"/><Relationship Id="rId12" Type="http://schemas.openxmlformats.org/officeDocument/2006/relationships/tags" Target="../tags/tag14.xml"/><Relationship Id="rId13" Type="http://schemas.openxmlformats.org/officeDocument/2006/relationships/tags" Target="../tags/tag15.xml"/><Relationship Id="rId14" Type="http://schemas.openxmlformats.org/officeDocument/2006/relationships/tags" Target="../tags/tag16.xml"/><Relationship Id="rId15" Type="http://schemas.openxmlformats.org/officeDocument/2006/relationships/tags" Target="../tags/tag17.xml"/><Relationship Id="rId16" Type="http://schemas.openxmlformats.org/officeDocument/2006/relationships/tags" Target="../tags/tag18.xml"/><Relationship Id="rId17" Type="http://schemas.openxmlformats.org/officeDocument/2006/relationships/tags" Target="../tags/tag19.xml"/><Relationship Id="rId18" Type="http://schemas.openxmlformats.org/officeDocument/2006/relationships/slideLayout" Target="../slideLayouts/slideLayout1.xml"/><Relationship Id="rId19" Type="http://schemas.openxmlformats.org/officeDocument/2006/relationships/oleObject" Target="../embeddings/oleObject3.bin"/><Relationship Id="rId20" Type="http://schemas.openxmlformats.org/officeDocument/2006/relationships/image" Target="../media/image1.emf"/><Relationship Id="rId21" Type="http://schemas.openxmlformats.org/officeDocument/2006/relationships/image" Target="../media/image3.png"/><Relationship Id="rId22" Type="http://schemas.microsoft.com/office/2007/relationships/hdphoto" Target="../media/hdphoto1.wdp"/><Relationship Id="rId23" Type="http://schemas.openxmlformats.org/officeDocument/2006/relationships/image" Target="../media/image4.png"/><Relationship Id="rId2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tags" Target="../tags/tag22.xml"/><Relationship Id="rId4" Type="http://schemas.openxmlformats.org/officeDocument/2006/relationships/tags" Target="../tags/tag23.xml"/><Relationship Id="rId5" Type="http://schemas.openxmlformats.org/officeDocument/2006/relationships/tags" Target="../tags/tag24.xml"/><Relationship Id="rId6" Type="http://schemas.openxmlformats.org/officeDocument/2006/relationships/tags" Target="../tags/tag25.xml"/><Relationship Id="rId7" Type="http://schemas.openxmlformats.org/officeDocument/2006/relationships/tags" Target="../tags/tag26.xml"/><Relationship Id="rId8" Type="http://schemas.openxmlformats.org/officeDocument/2006/relationships/tags" Target="../tags/tag27.xml"/><Relationship Id="rId9" Type="http://schemas.openxmlformats.org/officeDocument/2006/relationships/tags" Target="../tags/tag28.xml"/><Relationship Id="rId10" Type="http://schemas.openxmlformats.org/officeDocument/2006/relationships/tags" Target="../tags/tag29.xml"/><Relationship Id="rId11" Type="http://schemas.openxmlformats.org/officeDocument/2006/relationships/tags" Target="../tags/tag30.xml"/><Relationship Id="rId12" Type="http://schemas.openxmlformats.org/officeDocument/2006/relationships/tags" Target="../tags/tag31.xml"/><Relationship Id="rId13" Type="http://schemas.openxmlformats.org/officeDocument/2006/relationships/tags" Target="../tags/tag32.xml"/><Relationship Id="rId14" Type="http://schemas.openxmlformats.org/officeDocument/2006/relationships/tags" Target="../tags/tag33.xml"/><Relationship Id="rId15" Type="http://schemas.openxmlformats.org/officeDocument/2006/relationships/tags" Target="../tags/tag34.xml"/><Relationship Id="rId16" Type="http://schemas.openxmlformats.org/officeDocument/2006/relationships/tags" Target="../tags/tag35.xml"/><Relationship Id="rId17" Type="http://schemas.openxmlformats.org/officeDocument/2006/relationships/tags" Target="../tags/tag36.xml"/><Relationship Id="rId18" Type="http://schemas.openxmlformats.org/officeDocument/2006/relationships/tags" Target="../tags/tag37.xml"/><Relationship Id="rId19" Type="http://schemas.openxmlformats.org/officeDocument/2006/relationships/tags" Target="../tags/tag38.xml"/><Relationship Id="rId20" Type="http://schemas.openxmlformats.org/officeDocument/2006/relationships/tags" Target="../tags/tag39.xml"/><Relationship Id="rId21" Type="http://schemas.openxmlformats.org/officeDocument/2006/relationships/tags" Target="../tags/tag40.xml"/><Relationship Id="rId22" Type="http://schemas.openxmlformats.org/officeDocument/2006/relationships/tags" Target="../tags/tag41.xml"/><Relationship Id="rId23" Type="http://schemas.openxmlformats.org/officeDocument/2006/relationships/tags" Target="../tags/tag42.xml"/><Relationship Id="rId24" Type="http://schemas.openxmlformats.org/officeDocument/2006/relationships/tags" Target="../tags/tag43.xml"/><Relationship Id="rId25" Type="http://schemas.openxmlformats.org/officeDocument/2006/relationships/tags" Target="../tags/tag44.xml"/><Relationship Id="rId26" Type="http://schemas.openxmlformats.org/officeDocument/2006/relationships/tags" Target="../tags/tag45.xml"/><Relationship Id="rId27" Type="http://schemas.openxmlformats.org/officeDocument/2006/relationships/slideLayout" Target="../slideLayouts/slideLayout1.xml"/><Relationship Id="rId28" Type="http://schemas.openxmlformats.org/officeDocument/2006/relationships/oleObject" Target="../embeddings/oleObject3.bin"/><Relationship Id="rId29" Type="http://schemas.openxmlformats.org/officeDocument/2006/relationships/image" Target="../media/image1.emf"/><Relationship Id="rId30" Type="http://schemas.openxmlformats.org/officeDocument/2006/relationships/image" Target="../media/image6.png"/><Relationship Id="rId31" Type="http://schemas.openxmlformats.org/officeDocument/2006/relationships/image" Target="../media/image7.png"/><Relationship Id="rId32" Type="http://schemas.microsoft.com/office/2007/relationships/hdphoto" Target="../media/hdphoto2.wdp"/><Relationship Id="rId33" Type="http://schemas.openxmlformats.org/officeDocument/2006/relationships/image" Target="../media/image8.png"/><Relationship Id="rId3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rtl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FEFD91CF-66A0-2F86-3FB4-C297FB0C52B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6439720"/>
              </p:ext>
            </p:ext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404" imgH="405" progId="TCLayout.ActiveDocument.1">
                  <p:embed/>
                </p:oleObj>
              </mc:Choice>
              <mc:Fallback>
                <p:oleObj name="think-cell Slide" r:id="rId19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FD91CF-66A0-2F86-3FB4-C297FB0C52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1EBF6BF-ECF3-74BA-0478-5F3CEBF4222C}"/>
              </a:ext>
            </a:extLst>
          </p:cNvPr>
          <p:cNvCxnSpPr>
            <a:cxnSpLocks/>
          </p:cNvCxnSpPr>
          <p:nvPr/>
        </p:nvCxnSpPr>
        <p:spPr>
          <a:xfrm>
            <a:off x="4138168" y="1582896"/>
            <a:ext cx="280886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1964DC3-C9EA-D9F8-D869-47CCBE642036}"/>
              </a:ext>
            </a:extLst>
          </p:cNvPr>
          <p:cNvCxnSpPr>
            <a:cxnSpLocks/>
          </p:cNvCxnSpPr>
          <p:nvPr/>
        </p:nvCxnSpPr>
        <p:spPr>
          <a:xfrm>
            <a:off x="6947036" y="1582896"/>
            <a:ext cx="2572666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949E62B-4907-F9DE-06C0-E9B806EFB9A4}"/>
              </a:ext>
            </a:extLst>
          </p:cNvPr>
          <p:cNvCxnSpPr>
            <a:cxnSpLocks/>
          </p:cNvCxnSpPr>
          <p:nvPr/>
        </p:nvCxnSpPr>
        <p:spPr>
          <a:xfrm>
            <a:off x="1338869" y="1582896"/>
            <a:ext cx="279929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002DB155-90BD-4D61-0664-00D0E0C6864A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1327330" y="1710222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 defTabSz="822960">
              <a:defRPr/>
            </a:pPr>
            <a:r>
              <a:rPr lang="en-US" sz="1200" kern="0">
                <a:solidFill>
                  <a:srgbClr val="FFFFFF"/>
                </a:solidFill>
                <a:latin typeface="Arial"/>
              </a:rPr>
              <a:t>...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9DE556E-CB6B-0B2E-3B95-894B2DFCD949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4137892" y="1710222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0860C0AB-17EB-3036-FFDC-F5E5F1492EF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1">
            <a:biLevel thresh="25000"/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67813" y="2070783"/>
            <a:ext cx="1787259" cy="617734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11EE7058-A004-C718-158E-B13AF9BD987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4256131" y="1760962"/>
            <a:ext cx="2572666" cy="1237377"/>
            <a:chOff x="946842" y="3040291"/>
            <a:chExt cx="2954450" cy="2948956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A22C3A2C-E8EF-F4BC-592B-DC21D5C0402C}"/>
                </a:ext>
              </a:extLst>
            </p:cNvPr>
            <p:cNvSpPr/>
            <p:nvPr/>
          </p:nvSpPr>
          <p:spPr>
            <a:xfrm>
              <a:off x="946842" y="3040291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  <a:r>
                <a:rPr lang="en-GB" sz="1200" b="1" kern="0">
                  <a:solidFill>
                    <a:srgbClr val="CCCECE">
                      <a:lumMod val="10000"/>
                    </a:srgbClr>
                  </a:solidFill>
                  <a:latin typeface="Calibri"/>
                  <a:cs typeface="Calibri" panose="020F0502020204030204" pitchFamily="34" charset="0"/>
                </a:rPr>
                <a:t>4.5GWh+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7B9FFAC-4B4C-8BAC-6C34-F40C1B5BC4A3}"/>
                </a:ext>
              </a:extLst>
            </p:cNvPr>
            <p:cNvSpPr/>
            <p:nvPr/>
          </p:nvSpPr>
          <p:spPr>
            <a:xfrm>
              <a:off x="946842" y="4057569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  <a:r>
                <a:rPr lang="en-GB" sz="1200" b="1" kern="0">
                  <a:solidFill>
                    <a:srgbClr val="CCCECE">
                      <a:lumMod val="10000"/>
                    </a:srgbClr>
                  </a:solidFill>
                  <a:latin typeface="Calibri"/>
                  <a:cs typeface="Calibri" panose="020F0502020204030204" pitchFamily="34" charset="0"/>
                </a:rPr>
                <a:t>7,163 MT+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3F38465-37F5-8B4C-0135-D0E90A1E8A21}"/>
                </a:ext>
              </a:extLst>
            </p:cNvPr>
            <p:cNvSpPr/>
            <p:nvPr/>
          </p:nvSpPr>
          <p:spPr>
            <a:xfrm>
              <a:off x="1861241" y="325495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  <a:r>
                <a:rPr lang="en-GB" sz="1200" b="1" kern="0">
                  <a:solidFill>
                    <a:srgbClr val="CCCECE">
                      <a:lumMod val="10000"/>
                    </a:srgbClr>
                  </a:solidFill>
                  <a:latin typeface="Calibri"/>
                  <a:cs typeface="Calibri" panose="020F0502020204030204" pitchFamily="34" charset="0"/>
                </a:rPr>
                <a:t>Green energy generated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8898E15-808F-015A-8AF7-8D7B020CE989}"/>
                </a:ext>
              </a:extLst>
            </p:cNvPr>
            <p:cNvSpPr/>
            <p:nvPr/>
          </p:nvSpPr>
          <p:spPr>
            <a:xfrm>
              <a:off x="1861241" y="427347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  <a:r>
                <a:rPr lang="en-GB" sz="1200" b="1" kern="0">
                  <a:solidFill>
                    <a:srgbClr val="CCCECE">
                      <a:lumMod val="10000"/>
                    </a:srgbClr>
                  </a:solidFill>
                  <a:latin typeface="Calibri"/>
                  <a:cs typeface="Calibri" panose="020F0502020204030204" pitchFamily="34" charset="0"/>
                </a:rPr>
                <a:t>Displaced CO</a:t>
              </a:r>
              <a:r>
                <a:rPr lang="en-GB" sz="1200" b="1" kern="0" baseline="-25000">
                  <a:solidFill>
                    <a:srgbClr val="CCCECE">
                      <a:lumMod val="10000"/>
                    </a:srgbClr>
                  </a:solidFill>
                  <a:latin typeface="Calibri"/>
                  <a:cs typeface="Calibri" panose="020F0502020204030204" pitchFamily="34" charset="0"/>
                </a:rPr>
                <a:t>2e</a:t>
              </a:r>
              <a:r>
                <a:rPr lang="en-GB" sz="1200" b="1" kern="0">
                  <a:solidFill>
                    <a:srgbClr val="CCCECE">
                      <a:lumMod val="10000"/>
                    </a:srgbClr>
                  </a:solidFill>
                  <a:latin typeface="Calibri"/>
                  <a:cs typeface="Calibri" panose="020F0502020204030204" pitchFamily="34" charset="0"/>
                </a:rPr>
                <a:t> equivalent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4F9A8475-DAFE-331B-A6EB-A7296191D7F3}"/>
                </a:ext>
              </a:extLst>
            </p:cNvPr>
            <p:cNvSpPr/>
            <p:nvPr/>
          </p:nvSpPr>
          <p:spPr>
            <a:xfrm>
              <a:off x="946842" y="5074847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  <a:r>
                <a:rPr lang="en-GB" sz="1200" b="1" kern="0">
                  <a:solidFill>
                    <a:srgbClr val="CCCECE">
                      <a:lumMod val="10000"/>
                    </a:srgbClr>
                  </a:solidFill>
                  <a:latin typeface="Calibri"/>
                  <a:cs typeface="Calibri" panose="020F0502020204030204" pitchFamily="34" charset="0"/>
                </a:rPr>
                <a:t>1.6 million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46FD7BD-CACF-CBD5-D54A-D2BF2EC880CF}"/>
                </a:ext>
              </a:extLst>
            </p:cNvPr>
            <p:cNvSpPr/>
            <p:nvPr/>
          </p:nvSpPr>
          <p:spPr>
            <a:xfrm>
              <a:off x="1861241" y="5290749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  <a:r>
                <a:rPr lang="en-GB" sz="1200" b="1" kern="0">
                  <a:solidFill>
                    <a:srgbClr val="CCCECE">
                      <a:lumMod val="10000"/>
                    </a:srgbClr>
                  </a:solidFill>
                  <a:latin typeface="Calibri"/>
                  <a:cs typeface="Calibri" panose="020F0502020204030204" pitchFamily="34" charset="0"/>
                </a:rPr>
                <a:t>Avoided diesel equivalent (Litres)</a:t>
              </a:r>
            </a:p>
          </p:txBody>
        </p:sp>
      </p:grpSp>
      <p:sp>
        <p:nvSpPr>
          <p:cNvPr id="82" name="Rectangle 81">
            <a:extLst>
              <a:ext uri="{FF2B5EF4-FFF2-40B4-BE49-F238E27FC236}">
                <a16:creationId xmlns:a16="http://schemas.microsoft.com/office/drawing/2014/main" id="{E9884719-6F72-EEE7-1E83-461505E2ABBD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6947036" y="1710222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r">
              <a:defRPr/>
            </a:pP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A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cleantech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company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 offering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businesses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 and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households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modular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,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scalable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,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clean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, and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reliable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energy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solutions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 in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Africa</a:t>
            </a: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711468-0433-40DD-F27A-CC467EA0EF1D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>
          <a:xfrm>
            <a:off x="1327330" y="1710222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A4C7A78-EBA0-16F0-8232-D7264D3F220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>
          <a:xfrm>
            <a:off x="1327330" y="3208438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 defTabSz="822960">
              <a:defRPr/>
            </a:pPr>
            <a:r>
              <a:rPr lang="en-US" sz="1200" kern="0">
                <a:solidFill>
                  <a:srgbClr val="FFFFFF"/>
                </a:solidFill>
                <a:latin typeface="Arial"/>
              </a:rPr>
              <a:t>...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F1D9BA1-E394-F85E-15B6-9C5C7A929A88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4137892" y="3208438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20A63E6-147E-606D-7B4E-D8649C0CCFC9}"/>
              </a:ext>
            </a:extLst>
          </p:cNvPr>
          <p:cNvGrpSpPr/>
          <p:nvPr/>
        </p:nvGrpSpPr>
        <p:grpSpPr>
          <a:xfrm>
            <a:off x="4256131" y="3259177"/>
            <a:ext cx="2572666" cy="1237378"/>
            <a:chOff x="5156047" y="3428742"/>
            <a:chExt cx="2572666" cy="1237378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F646ED2D-2099-A547-2F6A-7C7BC246E44D}"/>
                </a:ext>
              </a:extLst>
            </p:cNvPr>
            <p:cNvGrpSpPr/>
            <p:nvPr/>
          </p:nvGrpSpPr>
          <p:grpSpPr>
            <a:xfrm>
              <a:off x="5156047" y="3428742"/>
              <a:ext cx="2572666" cy="585739"/>
              <a:chOff x="5156047" y="3428742"/>
              <a:chExt cx="2572666" cy="585739"/>
            </a:xfrm>
          </p:grpSpPr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C4794D90-9396-8A98-37F7-7D1AC7418B5B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80%</a:t>
                </a: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884B1641-6E87-0A12-8415-13176CB92C7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CO</a:t>
                </a:r>
                <a:r>
                  <a:rPr lang="en-GB" sz="1200" b="1" kern="0" baseline="-2500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2</a:t>
                </a: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 emission reduction</a:t>
                </a: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74CE0B83-90D3-C73D-8962-D35993C3021A}"/>
                </a:ext>
              </a:extLst>
            </p:cNvPr>
            <p:cNvGrpSpPr/>
            <p:nvPr/>
          </p:nvGrpSpPr>
          <p:grpSpPr>
            <a:xfrm>
              <a:off x="5156047" y="4080381"/>
              <a:ext cx="2572666" cy="585739"/>
              <a:chOff x="5156047" y="4080381"/>
              <a:chExt cx="2572666" cy="585739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7422A30C-0045-6446-1015-6EBEE2322BC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3 Million</a:t>
                </a: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5EF66FBD-F5BC-29ED-75CE-629CD589FB12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CO</a:t>
                </a:r>
                <a:r>
                  <a:rPr lang="en-GB" sz="1200" b="1" kern="0" baseline="-2500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2</a:t>
                </a: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 avoided </a:t>
                </a:r>
              </a:p>
            </p:txBody>
          </p:sp>
        </p:grp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EC10D9E3-5B91-0587-44A4-116D5B717F80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>
          <a:xfrm>
            <a:off x="6947036" y="3208438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r">
              <a:defRPr/>
            </a:pP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A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spin-off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 from the École Polytechnique Fédérale de Lausanne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selectively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converting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cellulose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 &amp;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lignin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 into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added-value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chemical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products 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in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 US</a:t>
            </a: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51ADA70-DA6B-99A1-681C-06FF90BC6DD7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1327330" y="3208438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A54DB62-EAD5-B2FA-3877-FA954D453FEF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>
          <a:xfrm>
            <a:off x="1327330" y="4706654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r" defTabSz="822960" rtl="1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 defTabSz="822960" rtl="1">
              <a:defRPr/>
            </a:pPr>
            <a:r>
              <a:rPr lang="en-US" sz="1200" kern="0">
                <a:solidFill>
                  <a:srgbClr val="FFFFFF"/>
                </a:solidFill>
                <a:latin typeface="Arial"/>
              </a:rPr>
              <a:t>...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91843AF-22A7-62F2-A5A0-FA1677A00373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4137892" y="4706654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138CB357-7506-DA78-5B66-C649974B9795}"/>
              </a:ext>
            </a:extLst>
          </p:cNvPr>
          <p:cNvGrpSpPr/>
          <p:nvPr/>
        </p:nvGrpSpPr>
        <p:grpSpPr>
          <a:xfrm>
            <a:off x="4256131" y="4757394"/>
            <a:ext cx="2572666" cy="1237378"/>
            <a:chOff x="5156047" y="4926958"/>
            <a:chExt cx="2572666" cy="1237378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E40C9BE8-AA06-C407-DA1D-C02AB705C4D0}"/>
                </a:ext>
              </a:extLst>
            </p:cNvPr>
            <p:cNvGrpSpPr/>
            <p:nvPr/>
          </p:nvGrpSpPr>
          <p:grpSpPr>
            <a:xfrm>
              <a:off x="5156047" y="4926958"/>
              <a:ext cx="2572666" cy="585739"/>
              <a:chOff x="5156047" y="4926958"/>
              <a:chExt cx="2572666" cy="585739"/>
            </a:xfrm>
          </p:grpSpPr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BBF6E7B4-B469-C2A6-AFE7-02A2B989AB38}"/>
                  </a:ext>
                </a:extLst>
              </p:cNvPr>
              <p:cNvSpPr/>
              <p:nvPr/>
            </p:nvSpPr>
            <p:spPr>
              <a:xfrm>
                <a:off x="5156047" y="4926958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250x</a:t>
                </a: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2B2953E4-814B-FDB6-9B7E-1E2BB3B1EF3B}"/>
                  </a:ext>
                </a:extLst>
              </p:cNvPr>
              <p:cNvSpPr/>
              <p:nvPr/>
            </p:nvSpPr>
            <p:spPr>
              <a:xfrm>
                <a:off x="5952284" y="5064463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More efficient land use</a:t>
                </a: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44819DED-D9D7-4297-7B2A-115FAFF441C6}"/>
                </a:ext>
              </a:extLst>
            </p:cNvPr>
            <p:cNvGrpSpPr/>
            <p:nvPr/>
          </p:nvGrpSpPr>
          <p:grpSpPr>
            <a:xfrm>
              <a:off x="5156047" y="5578597"/>
              <a:ext cx="2572666" cy="585739"/>
              <a:chOff x="5156047" y="5578597"/>
              <a:chExt cx="2572666" cy="585739"/>
            </a:xfrm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B82B903A-118C-18B5-2CCF-22DA77AD7F8A}"/>
                  </a:ext>
                </a:extLst>
              </p:cNvPr>
              <p:cNvSpPr/>
              <p:nvPr/>
            </p:nvSpPr>
            <p:spPr>
              <a:xfrm>
                <a:off x="5156047" y="5578597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100%</a:t>
                </a: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45B4F34F-6774-6565-BD8C-671B71D90FA4}"/>
                  </a:ext>
                </a:extLst>
              </p:cNvPr>
              <p:cNvSpPr/>
              <p:nvPr/>
            </p:nvSpPr>
            <p:spPr>
              <a:xfrm>
                <a:off x="5952284" y="5716899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Traceable and reliable supply</a:t>
                </a:r>
              </a:p>
            </p:txBody>
          </p:sp>
        </p:grp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D484638-905B-83D4-BC35-0B3D6BEE1911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>
          <a:xfrm>
            <a:off x="6947036" y="4706654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r">
              <a:defRPr/>
            </a:pP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proprietary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biomanufacturing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platform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 producing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high-value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lipids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 for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beauty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personal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care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home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care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food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industries</a:t>
            </a:r>
            <a:endParaRPr lang="en-GB" sz="1200" b="1" kern="0">
              <a:solidFill>
                <a:srgbClr val="CCCECE">
                  <a:lumMod val="10000"/>
                </a:srgb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2029CFF-81E0-D5FB-E0D3-B50F1E1AB4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>
          <a:xfrm>
            <a:off x="1327330" y="4706654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7113C80C-5226-2FC9-E039-422EA97C90E9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3">
            <a:lum bright="70000" contrast="-70000"/>
          </a:blip>
          <a:stretch>
            <a:fillRect/>
          </a:stretch>
        </p:blipFill>
        <p:spPr>
          <a:xfrm>
            <a:off x="9567813" y="3603248"/>
            <a:ext cx="1787259" cy="549235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0AC23BBE-DD9F-5AA4-DAAC-3AC6ACDC5B8A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</a:blip>
          <a:srcRect l="18487" r="12892"/>
          <a:stretch/>
        </p:blipFill>
        <p:spPr>
          <a:xfrm>
            <a:off x="9979703" y="4914813"/>
            <a:ext cx="963479" cy="922538"/>
          </a:xfrm>
          <a:prstGeom prst="rect">
            <a:avLst/>
          </a:prstGeom>
        </p:spPr>
      </p:pic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60E37FB-67BC-334E-A2BD-6AFF38FF025D}"/>
              </a:ext>
            </a:extLst>
          </p:cNvPr>
          <p:cNvGrpSpPr/>
          <p:nvPr/>
        </p:nvGrpSpPr>
        <p:grpSpPr>
          <a:xfrm>
            <a:off x="1446416" y="1760962"/>
            <a:ext cx="2572666" cy="1237378"/>
            <a:chOff x="7847798" y="1760962"/>
            <a:chExt cx="2572666" cy="1237378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85302472-D2F4-B23D-1181-0F44F9FCB5B1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CCBB83F4-06FA-F12B-12B1-351905D3ED17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USD 12 Mn</a:t>
                </a: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38FA98C-1CB0-4F28-91EB-24122483920B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Total investment raised</a:t>
                </a:r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2CCEF642-77B5-AD5E-95A2-CDA11381FA8B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B577765B-0A91-FF8B-543A-1831FB9C0FE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3</a:t>
                </a: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E28190FC-9F37-D3B8-E816-4FAC06B1FAA6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Rounds of investment</a:t>
                </a:r>
              </a:p>
            </p:txBody>
          </p: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DF94FDBC-E919-A689-A883-3ACC4D76670B}"/>
              </a:ext>
            </a:extLst>
          </p:cNvPr>
          <p:cNvGrpSpPr/>
          <p:nvPr/>
        </p:nvGrpSpPr>
        <p:grpSpPr>
          <a:xfrm>
            <a:off x="1446416" y="3259177"/>
            <a:ext cx="2572666" cy="1237378"/>
            <a:chOff x="7847798" y="1760962"/>
            <a:chExt cx="2572666" cy="1237378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8CA0BC83-7CEE-6163-1BB5-6F59BBFA6FF2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64FE5144-8936-2467-68CA-2DE0DFE3A960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USD 7 Mn</a:t>
                </a: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4B1DE7CF-2359-3E79-637F-AC789140F0C2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Total investment raised</a:t>
                </a: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BDB10322-D644-7665-B0C2-4B38ADE9546C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BF5CA6EA-52A3-6F18-643A-B46E727AF7F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22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2A7A6DA9-3A8E-49B0-D836-50638BE48E59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Rounds of investment</a:t>
                </a:r>
              </a:p>
            </p:txBody>
          </p:sp>
        </p:grp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6019C2E-DF01-C8E8-B52D-41B0B1659761}"/>
              </a:ext>
            </a:extLst>
          </p:cNvPr>
          <p:cNvGrpSpPr/>
          <p:nvPr/>
        </p:nvGrpSpPr>
        <p:grpSpPr>
          <a:xfrm>
            <a:off x="1446416" y="4757394"/>
            <a:ext cx="2572666" cy="1237378"/>
            <a:chOff x="7847798" y="1760962"/>
            <a:chExt cx="2572666" cy="1237378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02F7C4DA-EB9D-F31C-39C0-6E9EEB65D114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BDEBABDF-ACE2-301C-707A-18A651266DBC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USD 33.5 Mn</a:t>
                </a: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7B80A73C-591D-AAC2-4BCC-FD6FE78306D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Total investment raised</a:t>
                </a: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6A268192-FF86-B686-9DD0-0AF1D75FC80D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8D140DD2-5B72-9392-8357-06F23D9C738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8</a:t>
                </a: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D41E8625-E684-5A3A-4042-32F19B7A9DAD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Rounds of investment</a:t>
                </a:r>
              </a:p>
            </p:txBody>
          </p:sp>
        </p:grpSp>
      </p:grpSp>
      <p:sp>
        <p:nvSpPr>
          <p:cNvPr id="130" name="Text Placeholder 2">
            <a:extLst>
              <a:ext uri="{FF2B5EF4-FFF2-40B4-BE49-F238E27FC236}">
                <a16:creationId xmlns:a16="http://schemas.microsoft.com/office/drawing/2014/main" id="{487154DC-147A-9487-7433-5A53DFEDBD03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Opportunity Overview</a:t>
            </a:r>
          </a:p>
        </p:txBody>
      </p:sp>
      <p:sp>
        <p:nvSpPr>
          <p:cNvPr id="132" name="Title 3">
            <a:extLst>
              <a:ext uri="{FF2B5EF4-FFF2-40B4-BE49-F238E27FC236}">
                <a16:creationId xmlns:a16="http://schemas.microsoft.com/office/drawing/2014/main" id="{888BABC2-0B94-552D-16BC-D60F476DAF1A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Several companies were assessed on both their technological and financial achievements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90246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rtl="1">
    <p:spTree>
      <p:nvGrpSpPr>
        <p:cNvPr id="1" name="">
          <a:extLst>
            <a:ext uri="{FF2B5EF4-FFF2-40B4-BE49-F238E27FC236}">
              <a16:creationId xmlns:a16="http://schemas.microsoft.com/office/drawing/2014/main" id="{0575E799-BE1C-1181-60A6-D08A329D0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4BBD775A-CF0F-1584-ACD3-7910F9053FF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404" imgH="405" progId="TCLayout.ActiveDocument.1">
                  <p:embed/>
                </p:oleObj>
              </mc:Choice>
              <mc:Fallback>
                <p:oleObj name="think-cell Slide" r:id="rId28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BD775A-CF0F-1584-ACD3-7910F9053F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B1465EA4-27BC-1EC0-5050-2A4117EBE07D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28775" y="3120656"/>
            <a:ext cx="10153650" cy="422546"/>
          </a:xfrm>
          <a:prstGeom prst="homePlate">
            <a:avLst/>
          </a:prstGeom>
          <a:solidFill>
            <a:srgbClr val="2680B3">
              <a:lumMod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endParaRPr lang="en-US" sz="1620" kern="0">
              <a:solidFill>
                <a:srgbClr val="000000"/>
              </a:solidFill>
              <a:latin typeface="Calibri"/>
              <a:cs typeface="Arial"/>
            </a:endParaRPr>
          </a:p>
        </p:txBody>
      </p:sp>
      <p:sp>
        <p:nvSpPr>
          <p:cNvPr id="28" name="Rectangle : coins arrondis 52">
            <a:extLst>
              <a:ext uri="{FF2B5EF4-FFF2-40B4-BE49-F238E27FC236}">
                <a16:creationId xmlns:a16="http://schemas.microsoft.com/office/drawing/2014/main" id="{7A5BC2CB-88B5-2703-602B-6568669A17F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965363" y="1665288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29" name="TextBox 26">
            <a:extLst>
              <a:ext uri="{FF2B5EF4-FFF2-40B4-BE49-F238E27FC236}">
                <a16:creationId xmlns:a16="http://schemas.microsoft.com/office/drawing/2014/main" id="{5B95B9FE-6D2A-F08B-E226-32C41D0C401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35446" y="3712055"/>
            <a:ext cx="2228210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Hard-to-abate emission capture / carbon valorization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CO2 removal (e.g., flue gas)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CO2 conversion (pyrolysis, hydrolysis, electrolysis, etc.), utilization and sequestration</a:t>
            </a:r>
          </a:p>
        </p:txBody>
      </p:sp>
      <p:sp>
        <p:nvSpPr>
          <p:cNvPr id="30" name="TextBox 26">
            <a:extLst>
              <a:ext uri="{FF2B5EF4-FFF2-40B4-BE49-F238E27FC236}">
                <a16:creationId xmlns:a16="http://schemas.microsoft.com/office/drawing/2014/main" id="{A91AD45C-8C83-0F68-08C8-EA93B03C8FE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91678" y="1775807"/>
            <a:ext cx="2115749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CARBON CAPTURE</a:t>
            </a:r>
          </a:p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&amp; CCUS</a:t>
            </a:r>
            <a:r>
              <a:rPr lang="en-US" sz="1260" b="1" kern="0" baseline="3000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1</a:t>
            </a:r>
            <a:endParaRPr lang="en-US" sz="1260" b="1" kern="0">
              <a:solidFill>
                <a:srgbClr val="FFFFFF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4983100-4956-B280-D30F-D73633BDADC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2442682" y="2487291"/>
            <a:ext cx="1013739" cy="1015499"/>
          </a:xfrm>
          <a:prstGeom prst="rect">
            <a:avLst/>
          </a:prstGeom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580F6D5B-A1A8-B035-74A2-32C97FD98C89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385520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en-US" sz="1080" b="1" kern="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33" name="Rectangle : coins arrondis 52">
            <a:extLst>
              <a:ext uri="{FF2B5EF4-FFF2-40B4-BE49-F238E27FC236}">
                <a16:creationId xmlns:a16="http://schemas.microsoft.com/office/drawing/2014/main" id="{36A1D095-F1EE-DD2D-EEA1-DAE0BFA922B0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96536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Arial"/>
                <a:cs typeface="Arial"/>
              </a:rPr>
              <a:t>GHG</a:t>
            </a:r>
            <a:r>
              <a:rPr lang="en-GB" sz="1080" b="1" i="1" kern="0" baseline="30000">
                <a:solidFill>
                  <a:srgbClr val="031122"/>
                </a:solidFill>
                <a:latin typeface="Arial"/>
                <a:cs typeface="Arial"/>
              </a:rPr>
              <a:t>2</a:t>
            </a:r>
            <a:r>
              <a:rPr lang="en-GB" sz="1080" b="1" i="1" kern="0">
                <a:solidFill>
                  <a:srgbClr val="031122"/>
                </a:solidFill>
                <a:latin typeface="Arial"/>
                <a:cs typeface="Arial"/>
              </a:rPr>
              <a:t> </a:t>
            </a:r>
          </a:p>
          <a:p>
            <a:pPr algn="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Arial"/>
                <a:cs typeface="Arial"/>
              </a:rPr>
              <a:t>&amp; WASTE</a:t>
            </a:r>
          </a:p>
        </p:txBody>
      </p:sp>
      <p:sp>
        <p:nvSpPr>
          <p:cNvPr id="34" name="Rectangle : coins arrondis 52">
            <a:extLst>
              <a:ext uri="{FF2B5EF4-FFF2-40B4-BE49-F238E27FC236}">
                <a16:creationId xmlns:a16="http://schemas.microsoft.com/office/drawing/2014/main" id="{4B8352DF-84E4-885D-9606-0B447DC4121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4445544" y="1697725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CE6BAD9F-FF6A-F287-668C-1378FAD7338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4486459" y="3744496"/>
            <a:ext cx="1877855" cy="146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Enabling clean technologies for industrial inputs 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Water tech / Agri tech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Softer (digital) climate tech and enabling data technologies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New business models</a:t>
            </a:r>
            <a:endParaRPr lang="en-US" sz="1080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sp>
        <p:nvSpPr>
          <p:cNvPr id="36" name="TextBox 26">
            <a:extLst>
              <a:ext uri="{FF2B5EF4-FFF2-40B4-BE49-F238E27FC236}">
                <a16:creationId xmlns:a16="http://schemas.microsoft.com/office/drawing/2014/main" id="{AA9B0138-99B5-569F-913C-38F59AAB20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386037" y="1808247"/>
            <a:ext cx="2150264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Arial"/>
                <a:cs typeface="Arial"/>
              </a:rPr>
              <a:t>INDUSTRIAL INPUTS</a:t>
            </a:r>
            <a:b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Arial"/>
                <a:cs typeface="Arial"/>
              </a:rPr>
              <a:t>TECHNOLOGIES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2621A15-2A8E-BE6B-2129-897A0EE32A3B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1">
            <a:biLevel thresh="25000"/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52955" y="2592622"/>
            <a:ext cx="839551" cy="911747"/>
          </a:xfrm>
          <a:prstGeom prst="rect">
            <a:avLst/>
          </a:prstGeom>
          <a:effectLst>
            <a:outerShdw blurRad="50800" dist="50800" dir="5400000" algn="ctr" rotWithShape="0">
              <a:srgbClr val="132063">
                <a:alpha val="0"/>
              </a:srgbClr>
            </a:outerShdw>
          </a:effectLst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DAD690B6-5EB8-7363-67C1-8AC9A33257F1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6330181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39" name="Rectangle : coins arrondis 52">
            <a:extLst>
              <a:ext uri="{FF2B5EF4-FFF2-40B4-BE49-F238E27FC236}">
                <a16:creationId xmlns:a16="http://schemas.microsoft.com/office/drawing/2014/main" id="{DD7EB7E9-C0A6-54CA-BC19-86B41692C70D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9436739" y="1635581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0" name="TextBox 26">
            <a:extLst>
              <a:ext uri="{FF2B5EF4-FFF2-40B4-BE49-F238E27FC236}">
                <a16:creationId xmlns:a16="http://schemas.microsoft.com/office/drawing/2014/main" id="{A27655A4-246B-D6EE-8CB8-CF81227B0AD3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9457446" y="3682350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Hard-to-abate emission reduction and/or avoidance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Decarbonization of industrial power and heat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Long Duration Energy Storage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Biofuels and sustainable fuels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17FF70-86D1-BCEC-9237-30CFF14FB562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9379353" y="1746102"/>
            <a:ext cx="2150264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FUEL </a:t>
            </a:r>
            <a:r>
              <a:rPr lang="en-US" sz="1200" b="1" kern="0" dirty="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SWITCHING</a:t>
            </a:r>
          </a:p>
          <a:p>
            <a:pPr algn="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&amp; ENERGY STORAGE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1FBC88E-6247-10D8-B087-3BD9469DAAEE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9997165" y="2501105"/>
            <a:ext cx="916926" cy="999943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75973FCA-D4B0-0536-770C-59D83E83A95C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11326579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Arial"/>
                <a:cs typeface="Arial"/>
              </a:rPr>
              <a:t>1 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44" name="Rectangle : coins arrondis 52">
            <a:extLst>
              <a:ext uri="{FF2B5EF4-FFF2-40B4-BE49-F238E27FC236}">
                <a16:creationId xmlns:a16="http://schemas.microsoft.com/office/drawing/2014/main" id="{4FD3DE5A-459B-4E73-72D9-0D9D33515DEC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457447" y="5355250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Arial"/>
                <a:cs typeface="Arial"/>
              </a:rPr>
              <a:t>ENERGY SUPPLY </a:t>
            </a:r>
          </a:p>
          <a:p>
            <a:pPr algn="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Arial"/>
                <a:cs typeface="Arial"/>
              </a:rPr>
              <a:t>&amp; STORAGE</a:t>
            </a:r>
          </a:p>
        </p:txBody>
      </p:sp>
      <p:sp>
        <p:nvSpPr>
          <p:cNvPr id="45" name="Rectangle : coins arrondis 52">
            <a:extLst>
              <a:ext uri="{FF2B5EF4-FFF2-40B4-BE49-F238E27FC236}">
                <a16:creationId xmlns:a16="http://schemas.microsoft.com/office/drawing/2014/main" id="{94662680-573C-FEF4-AE1D-4DFBEA44F8D3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6955483" y="1665287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6" name="TextBox 26">
            <a:extLst>
              <a:ext uri="{FF2B5EF4-FFF2-40B4-BE49-F238E27FC236}">
                <a16:creationId xmlns:a16="http://schemas.microsoft.com/office/drawing/2014/main" id="{55D97FFF-2A43-9318-AA29-25135F21BEDF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6976379" y="3712055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Decarbonized industrial economy facilitation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Energy efficiency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New/advanced materials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Tech addressing carbon regulations and constraints</a:t>
            </a:r>
          </a:p>
        </p:txBody>
      </p:sp>
      <p:sp>
        <p:nvSpPr>
          <p:cNvPr id="47" name="TextBox 26">
            <a:extLst>
              <a:ext uri="{FF2B5EF4-FFF2-40B4-BE49-F238E27FC236}">
                <a16:creationId xmlns:a16="http://schemas.microsoft.com/office/drawing/2014/main" id="{123A48D9-19B4-0DC0-52E5-F939BC15D03A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6836254" y="1775807"/>
            <a:ext cx="2274327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INDUSTRIAL COST- </a:t>
            </a:r>
            <a:b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SAVING SOLUTIONS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3F5CD52-668B-43E6-F642-6572B995957A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7628338" y="2564112"/>
            <a:ext cx="690154" cy="933343"/>
          </a:xfrm>
          <a:prstGeom prst="rect">
            <a:avLst/>
          </a:prstGeom>
        </p:spPr>
      </p:pic>
      <p:sp>
        <p:nvSpPr>
          <p:cNvPr id="49" name="Oval 48">
            <a:extLst>
              <a:ext uri="{FF2B5EF4-FFF2-40B4-BE49-F238E27FC236}">
                <a16:creationId xmlns:a16="http://schemas.microsoft.com/office/drawing/2014/main" id="{D4383626-36E0-6B42-3EB7-F1F0C0F7F8FE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884532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50" name="Rectangle : coins arrondis 52">
            <a:extLst>
              <a:ext uri="{FF2B5EF4-FFF2-40B4-BE49-F238E27FC236}">
                <a16:creationId xmlns:a16="http://schemas.microsoft.com/office/drawing/2014/main" id="{0C6960B0-1195-77D5-A077-E94B987133E1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695548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Arial"/>
                <a:ea typeface="Inter Medium" panose="02000503000000020004" pitchFamily="2" charset="0"/>
                <a:cs typeface="Arial"/>
              </a:rPr>
              <a:t>ENERGY </a:t>
            </a:r>
          </a:p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Arial"/>
                <a:ea typeface="Inter Medium" panose="02000503000000020004" pitchFamily="2" charset="0"/>
                <a:cs typeface="Arial"/>
              </a:rPr>
              <a:t>OPTIMIZATION </a:t>
            </a:r>
          </a:p>
        </p:txBody>
      </p:sp>
      <p:sp>
        <p:nvSpPr>
          <p:cNvPr id="51" name="Rectangle : coins arrondis 52">
            <a:extLst>
              <a:ext uri="{FF2B5EF4-FFF2-40B4-BE49-F238E27FC236}">
                <a16:creationId xmlns:a16="http://schemas.microsoft.com/office/drawing/2014/main" id="{CDB87C3F-EC94-C00F-2843-0664D678067E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4445544" y="5417396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Arial"/>
                <a:ea typeface="Inter Medium" panose="02000503000000020004" pitchFamily="2" charset="0"/>
                <a:cs typeface="Arial"/>
              </a:rPr>
              <a:t>OTHER INDUSTRIAL INPUTS OPTIMIZATION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AB572D27-21AD-603B-961F-33A171D7FBEB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Life Cycle 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Overview</a:t>
            </a:r>
          </a:p>
        </p:txBody>
      </p:sp>
      <p:sp>
        <p:nvSpPr>
          <p:cNvPr id="55" name="Title 3">
            <a:extLst>
              <a:ext uri="{FF2B5EF4-FFF2-40B4-BE49-F238E27FC236}">
                <a16:creationId xmlns:a16="http://schemas.microsoft.com/office/drawing/2014/main" id="{5820B6ED-7A46-D673-BB4B-E29F1B296D57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The life cycle of energy consumption is layed out across 4 different core stages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864196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8.778191,&quot;oL&quot;:79.32898,&quot;oH&quot;:61.5790558,&quot;oW&quot;:169.342133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39.39299,&quot;oL&quot;:89.36189,&quot;oH&quot;:232.201263,&quot;oW&quot;:232.63386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27.663307,&quot;oL&quot;:359.442047,&quot;oH&quot;:43.80882,&quot;oW&quot;:142.55787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3.728584,&quot;oL&quot;:644.499939,&quot;oH&quot;:63.67827,&quot;oW&quot;:66.50433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42.7489,&quot;oL&quot;:37.61496,&quot;oH&quot;:30.73063,&quot;oW&quot;:891.0549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854,&quot;oL&quot;:720.302368,&quot;oH&quot;:262.4836,&quot;oW&quot;:178.829529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714.991638,&quot;oH&quot;:104.207794,&quot;oW&quot;:195.5412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719.9263,&quot;oH&quot;:41.1984253,&quot;oW&quot;:185.671967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2.58284,&quot;oL&quot;:768.2809,&quot;oH&quot;:82.0605545,&quot;oW&quot;:88.9628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708.5682,&quot;oH&quot;:25.3572445,&quot;oW&quot;:26.202598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720.302368,&quot;oH&quot;:36.9710236,&quot;oW&quot;:178.829529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9.262909,&quot;oL&quot;:502.6488,&quot;oH&quot;:262.4836,&quot;oW&quot;:178.829529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8.119,&quot;oL&quot;:513.092651,&quot;oH&quot;:104.207794,&quot;oW&quot;:164.79512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7.300873,&quot;oL&quot;:497.9996,&quot;oH&quot;:41.1984253,&quot;oW&quot;:188.700943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00.662521,&quot;oL&quot;:554.497253,&quot;oH&quot;:73.67654,&quot;oW&quot;:73.67654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491.371338,&quot;oH&quot;:25.3572445,&quot;oW&quot;:26.202598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4.7434,&quot;oL&quot;:64.63606,&quot;oH&quot;:262.4836,&quot;oW&quot;:178.829529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3.599365,&quot;oL&quot;:66.6540146,&quot;oH&quot;:104.207794,&quot;oW&quot;:174.994324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2.781265,&quot;oL&quot;:59.80071,&quot;oH&quot;:41.1984253,&quot;oW&quot;:188.700943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3.650467,&quot;oL&quot;:113.8174,&quot;oH&quot;:80.80347,&quot;oW&quot;:80.466774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52.90197,&quot;oH&quot;:25.3572445,&quot;oW&quot;:26.202598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5.2649,&quot;oL&quot;:62.8188171,&quot;oH&quot;:36.9710236,&quot;oW&quot;:178.829529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778,&quot;oL&quot;:282.38385,&quot;oH&quot;:262.4836,&quot;oW&quot;:178.829529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284.385345,&quot;oH&quot;:104.207794,&quot;oW&quot;:174.994324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272.088348,&quot;oH&quot;:41.1984253,&quot;oW&quot;:199.588348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8.501816,&quot;oL&quot;:341.5996,&quot;oH&quot;:75.42173,&quot;oW&quot;:60.5659065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270.6497,&quot;oH&quot;:25.3572445,&quot;oW&quot;:26.202598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282.38385,&quot;oH&quot;:36.9710236,&quot;oW&quot;:178.829529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9.784576,&quot;oL&quot;:502.6488,&quot;oH&quot;:36.9710236,&quot;oW&quot;:178.82952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286</Words>
  <Application>Microsoft Office PowerPoint</Application>
  <PresentationFormat>Widescreen</PresentationFormat>
  <Paragraphs>75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Book Antiqua</vt:lpstr>
      <vt:lpstr>Calibri</vt:lpstr>
      <vt:lpstr>Office Theme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Feras Hamdan</dc:creator>
  <cp:lastModifiedBy>Feras Hamdan</cp:lastModifiedBy>
  <cp:revision>1</cp:revision>
  <dcterms:created xsi:type="dcterms:W3CDTF">2025-12-13T10:45:57Z</dcterms:created>
  <dcterms:modified xsi:type="dcterms:W3CDTF">2025-12-13T10:50:26Z</dcterms:modified>
</cp:coreProperties>
</file>
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ما يعادل ثاني أكسيد الكربون المشرد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تجنب ما يعادل الديزل (لتر)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تقليل انبعاثات ثاني أكسيد الكربون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3 مليون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CO2 تجنب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شركة ناتجة عن الانفصال عن مدرسة بوليتيكنيك لوزان الفدرالية تحوّل السليلوز والليغنين انتقائيًا إلى منتجات كيميائية ذات قيمة مضافة في الولايات المتحدة.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منصة تصنيع حيوي مملوكة تنتج دهون عالية القيمة لصناعات الجمال والعناية الشخصية والعناية بالمنزل والغذاء.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"22"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جولات الاستثمار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
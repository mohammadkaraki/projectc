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أكثر من 4.5 غيغاواط 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الطاقة الخضراء المولَّدة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ما يعادل ثاني أكسيد الكربون المشرد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المعادل الديزل المتجنب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تقنيات نظيفة تقدم للشركات والأسر حلول طاقة نظيفة وموثوقة قابلة للتوسع في أفريقيا.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تقليل انبعاثات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"3 مليون"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الثاني أكسيد الكربون المُتجنب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فرعية ناتجة عن الÉcole Polytechnique Fédérale de Lausanne تحوّل السليلوز واللينين انتقائيًا إلى منتجات كيميائية تضاف قيمة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"100%"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منصة تصنيع حيوي مملوكة تنتج دهون عالية القيمة لصناعات الجمال والعناية الشخصية والعناية بالمنزل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rtlCol="0" wrap="square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anchor="ctr" wrap="square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بناءً على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
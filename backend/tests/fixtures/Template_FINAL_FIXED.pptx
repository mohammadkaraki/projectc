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rtl="1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 rtl="1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 rtl="1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 rtl="1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 rtl="1"/>
              <a:r>
                <a:rPr b="1" sz="1200">
                  <a:solidFill>
                    <a:srgbClr val="CCCECE"/>
                  </a:solidFill>
                  <a:latin typeface="Calibri"/>
                </a:rPr>
                <a:t>"ثاني أكسيد الكربون المشرّد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 rtl="1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 rtl="1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 rtl="1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 rtl="1"/>
            <a:r>
              <a:rPr sz="1200">
                <a:solidFill>
                  <a:srgbClr val="CCCECE"/>
                </a:solidFill>
                <a:latin typeface="Calibri"/>
              </a:rPr>
              <a:t>شركة تكنولوجيا نظيفة تقدم للشركات والأسر حلول طاقة نظيفة وموثوقة وقابلة للتوسيع والتطوير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rtl="1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 rtl="1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 rtl="1"/>
            <a:r>
              <a:rPr sz="1200">
                <a:solidFill>
                  <a:srgbClr val="CCCECE"/>
                </a:solidFill>
                <a:latin typeface="Calibri"/>
              </a:rPr>
              <a:t>شركة فرعية من مدرسة بوليتكنيك لوزان الفدرالية تحول انتقائيًا السليلوز واللينين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rtl="1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الإمداد القابل للتتبع والموثوق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 rtl="1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/>
            <a:r>
              <a:rPr sz="1200">
                <a:solidFill>
                  <a:srgbClr val="CCCECE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١٢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 rtl="1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 rtl="1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 rtl="1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 rtl="1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 rtl="1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 rtl="1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 rtl="1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 rtl="1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 rtl="1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 rtl="1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rtl="1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
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5244963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2672298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8053832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764187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244964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6928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363203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أكثر من 4.5 غيغاواط-ساعة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الطاقة الخضراء المولَّدة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ما يعادل انبعاثات ثاني أكسيد الكربون المشرَّدة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2672298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شركة تكنولوجيا نظيفة تقدم للشركات والأسر حلول طاقة نظيفة وموثوقة قابلة للتوسيع والتركيب النمطي في أفريقيا.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8053833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764187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5244964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5363203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 مليون"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الثاني أكسيد الكربون المُتجنب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2672298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شركة ناشئة تنبثق من المدرسة الفدرالية للبوليتكنيك في لوزان تحول انتقائياً السليلوز واللينين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8053833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764187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5244964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5363203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"٪100"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الإمداد القابل للتتبع والموثوق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2672298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منصة تصنيع حيوي مملوكة تنتج دهون عالية القيمة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8053833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836928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1248818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8172918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8172918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استثمارية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8172918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542260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542260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بناءً على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4095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188859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128344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184573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735579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8048797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8188859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ct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08678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827686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655699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9494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557381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17483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740478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6238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ct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1277909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57742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696775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ct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198739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221545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081419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387350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3058677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3198739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5708678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542260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542260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
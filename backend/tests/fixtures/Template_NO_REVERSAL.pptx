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أكثر من 4.5 غيغاواط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الطاقة الخضراء المولَّدة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"ثاني أكسيد الكربون المعاد توجيهه"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شركة تكنولوجيا نظيفة تقدم للشركات والأسر حلول طاقة نظيفة وموثوقة قابلة للتوسيع والتجميع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 مليون"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الثاني أكسيد الكربون المُوَفَر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فرع من مدرسة بوليتكنيك لوزان الفدرالية يحول السليلوز والليجن بانتقاء إلى منتجات كيميائية ذات قيمة مضافة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"100%"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منصة تصنيع حيوي مملوكة تنتج دهون عالية القيمة لصناعات الجمال والعناية الشخصية والعناية بالمنزل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استثمارية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استنادًا إلى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
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1219200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88824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16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انقر لتحرير نمط العنوان الرئيسي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9875328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2880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262665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21043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10438616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"نظرة عامة"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3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"التوصية"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3299749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التأثير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933217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"مخاطر"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7459104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8052849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"تحليل"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أكثر من 4.5 غيغاواط-ساعة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7,163 طن 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الطاقة الخضراء المولّدة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"ثاني أكسيد الكربون المشرَّد المعادل"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المعادل البديل للديزل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شركة تكنولوجيا نظيفة تقدم للشركات والأسر حلول طاقة نظيفة وموثوقة قابلة للتوسيع والتجميع في أفريقيا"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تقليل انبعاثات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٣ مليون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الثاني أكسيد الكربون المُتجنب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شركة فرعية لجامعة لوزان للتكنولوجيا تحول انتقائياً السيلولوز واللينين إلى منتجات كيميائية ذات قيمة مضافة في الولايات المتحدة.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250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استخدام أرض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"100%"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إمداد قابل للتتبع وموثوق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منصة تصنيع حيوي ممتلكة تنتج دهون عالية القيمة لصناعات الجمال والعناية الشخصية والعناية بالمنزل والغذاء.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12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rtlCol="0"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400">
                <a:solidFill>
                  <a:srgbClr val="000000"/>
                </a:solidFill>
                <a:latin typeface="Arial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anchor="ctr" wrap="square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تم تقييم عدة شركات استنادًا إلى إنجازاتها التكنولوجية والمالية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Calibri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Calibri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SWITCHING</a:t>
            </a:r>
          </a:p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ENERGY SUPPLY </a:t>
            </a:r>
          </a:p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
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أكثر من 4.5 غيغاواط-ساعة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الطاقة الخضراء المولَّدة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"ثاني أكسيد الكربون المشرد المعادل"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تجنب ما يعادل الديزل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شركة تقنيات نظيفة تقدم للشركات والأسر حلول طاقة نظيفة وموثوقة قابلة للتوسيع والتجميع في أفريقيا"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تقليل انبعاث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3 مليون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الثاني أكسيد الكربون المُتجنب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فرع من مدرسة بوليتكنيك لوزان الفدرالية يحول السليلوز واللينين انتقائيًا إلى منتجات كيميائية ذات قيمة مضافة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استخدام أرض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"٪100"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منصة تصنيع حيوي مملوكة تنتج دهون ذات قيمة عالية لصناعات الجمال، العناية الشخصية، العناية بالمنزل، والغذاء.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بناءً على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
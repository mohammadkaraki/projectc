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انقر لتحرير نمط العنوان الرئيسي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"نظرة عامة"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"التوصية"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تأثير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"مخاطر"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"تحليل"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أكثر من 4.5 غيغاواط ساعة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7,163 طن+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الطاقة الخضراء المولَّدة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"ثاني أكسيد الكربون المشرد المعادل"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1.6 مليون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تجنب ما يعادل الديزل (لتر)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شركة تكنولوجيا نظيفة تقدم للشركات والأسر حلول طاقة نظيفة وموثوقة قابلة للتوسيع والتجميع في أفريقيا"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"80%"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تقليل انبعاثات ثاني أكسيد الكربون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٣ مليون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"CO2 تجنبت"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شركة ناشئة من مدرسة بوليتكنيك لوزان الفدرالية تحول السليلوز واللينين انتقائيًا إلى منتجات كيميائية ذات قيمة مضافة في الولايات المتحدة.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250 مرة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استخدام أراضي أكثر كفاءة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"٪100"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إمداد قابل للتتبع وموثوق به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منصة تصنيع حيوي مملوكة تنتج دهون عالية القيمة لصناعات الجمال والعناية الشخصية والعناية بالمنزل والغذاء.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12 مليون دولار أمريكي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"3"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استثمارية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7 مليون دولار أمريكي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"22"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33.5 مليون دولار أمريكي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"8"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rtlCol="0"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400">
                <a:solidFill>
                  <a:srgbClr val="000000"/>
                </a:solidFill>
                <a:latin typeface="Arial"/>
              </a:rPr>
              <a:t>نظرة عامة على الفرصة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anchor="ctr" wrap="square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800">
                <a:solidFill>
                  <a:srgbClr val="000000"/>
                </a:solidFill>
                <a:latin typeface="Arial"/>
              </a:rPr>
              <a:t>تم تقييم عدة شركات استنادًا إلى إنجازاتها التكنولوجية والمالية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Calibri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Calibri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SWITCHING</a:t>
            </a:r>
          </a:p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ENERGY SUPPLY </a:t>
            </a:r>
          </a:p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
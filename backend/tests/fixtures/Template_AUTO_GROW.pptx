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المشرّد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"تجنب انبعاث ثاني أكسيد الكربون"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لجامعة إيكول بوليتيكنيك فدرال لوزان تحول السليلوز واللينين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قيمة عالية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
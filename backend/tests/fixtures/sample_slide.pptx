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Market Expansion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Key findings from MENA region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alibri"/>
              </a:defRPr>
            </a:pPr>
            <a:r>
              <a:t>Revenue growth projected at 15% annually through 2027</a:t>
            </a:r>
          </a:p>
          <a:p>
            <a:pPr>
              <a:defRPr sz="1800">
                <a:latin typeface="Calibri"/>
              </a:defRPr>
            </a:pPr>
            <a:r>
              <a:t>Market share expansion opportunities in UAE and Saudi Arabia</a:t>
            </a:r>
          </a:p>
          <a:p>
            <a:pPr lvl="1">
              <a:defRPr sz="1600">
                <a:latin typeface="Calibri"/>
              </a:defRPr>
            </a:pPr>
            <a:r>
              <a:t>Digital transformation initiatives driving adoption</a:t>
            </a:r>
          </a:p>
          <a:p>
            <a:pPr>
              <a:defRPr sz="1800">
                <a:latin typeface="Calibri"/>
              </a:defRPr>
            </a:pPr>
            <a:r>
              <a:t>Competitive landscape analysis reveals strategic positioning advantages</a:t>
            </a:r>
          </a:p>
          <a:p>
            <a:pPr>
              <a:defRPr sz="1800">
                <a:latin typeface="Calibri"/>
              </a:defRPr>
            </a:pPr>
            <a:r>
              <a:t>Recommended investment: $2.5M for market entry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
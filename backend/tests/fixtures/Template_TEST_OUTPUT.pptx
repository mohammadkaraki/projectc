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ما يعادل انبعاث ثاني أكسيد الكربون المشرد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المعادل الديزل المتجنب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شركة تكنولوجيا نظيفة تقدم للشركات والأسر حلول طاقة نظيفة وموثوقة قابلة للتوسيع والتجميع في أفريقيا.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3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"CO2 تم تجنبه"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شركة فرعية لجامعة لوزان للتكنولوجيا تحول انتقائياً السليلوز واللينين إلى منتجات كيميائية تضاف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منصة تصنيع حيوي مملوكة تنتج دهون ذات قيمة عالية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إجمالي الاستثمارات المجموعة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استخلاص الانبعاثات الصعبة الحبس / تحويل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إزالة ثاني أكسيد الكربون (على سبيل المثال، غاز العادم)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ثاني أكسيد الكربون (التحليل الحراري، التحليل الكيميائي، التحليل الكهربائي، إلخ)، الاستخدام والتخزين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استخلاص الكربون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&amp; CCUS1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"4"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انبعاثات الغازات الدفيئة 2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والنفايات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تمكين التقنيات النظيفة للمداخل الصناعية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تقنية المياه / تقنية الزراعة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تقنيات المناخ الرقمي الأكثر نعومة وتمكين تقنيات البيانات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نماذج أعمال جديدة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المدخلات الصناعية_x000B_التكنولوجيا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"3"</a:t>
            </a: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تقليل الانبعاثات الصعبة العلاج و/أو تجنبها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الصناعات إلى الطاقة النظيفة والحرارة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تخزين الطاقة طويلة المدى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الوقود الحيوي والوقود المستدام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تحويل الوقود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وتخزين الطاقة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"1"</a:t>
            </a: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إمداد الطاقة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وتخزين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تسهيل اقتصاد صناعي خالٍ من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كفاءة الطاقة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مواد جديدة/متقدمة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تقنيات تعالج التنظيمات والقيود الكربونية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حلول لتوفير تكاليف الصناعة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"2"</a:t>
            </a: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الطاقة</a:t>
            </a: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التحسين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تحسين مدخلات الصناعة الأخرى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دورة الحياة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دورة حياة استهلاك الطاقة موزعة عبر 4 مراحل أساسية مختلفة</a:t>
            </a: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
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norm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norm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الطاقة الخضراء المولدة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"ثاني أكسيد الكربون المشرد المعادل"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norm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تقنيات نظيفة تقدم للشركات والأسر حلول طاقة نظيفة وموثوقة قابلة للتوسيع والتجميع في أفريقيا.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 مليون"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الثاني أكسيد الكربون المُتجنب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فرعية من مدرسة بوليتكنيك لوزان الاتحادية تحول السليلوز واللينين انتقائيًا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"٪100"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منصة تصنيع حيوي مملوكة تنتج دهون عالية القيمة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استثمارية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
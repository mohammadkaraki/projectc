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المشتت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تقنيات نظيفة تقدم للشركات والأسر حلول طاقة نظيفة وموثوقة قابلة للتوسيع والتطوير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CO2 المُتَجَنَب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من مدرسة بوليتكنيك لوزان الاتحادية تحول انتقائياً السليلوز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الجمال، العناية الشخصية، العناية بالمنزل،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